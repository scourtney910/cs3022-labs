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3" r:id="rId3"/>
    <p:sldId id="314" r:id="rId4"/>
    <p:sldId id="316" r:id="rId5"/>
    <p:sldId id="317" r:id="rId6"/>
    <p:sldId id="319" r:id="rId7"/>
    <p:sldId id="315" r:id="rId8"/>
    <p:sldId id="31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0C45F0-2B7A-43BA-B508-E35D960A8721}" v="7" dt="2025-09-10T21:49:55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pson, Richard (CDR)" userId="ea9d80a7-0b4f-47bf-b25d-fcf28bdd4bae" providerId="ADAL" clId="{8EC8E854-950D-4AF8-958D-4A2E0C79549A}"/>
    <pc:docChg chg="undo redo custSel mod addSld modSld sldOrd">
      <pc:chgData name="Thompson, Richard (CDR)" userId="ea9d80a7-0b4f-47bf-b25d-fcf28bdd4bae" providerId="ADAL" clId="{8EC8E854-950D-4AF8-958D-4A2E0C79549A}" dt="2025-09-10T21:55:13.382" v="1846" actId="20577"/>
      <pc:docMkLst>
        <pc:docMk/>
      </pc:docMkLst>
      <pc:sldChg chg="modSp new mod">
        <pc:chgData name="Thompson, Richard (CDR)" userId="ea9d80a7-0b4f-47bf-b25d-fcf28bdd4bae" providerId="ADAL" clId="{8EC8E854-950D-4AF8-958D-4A2E0C79549A}" dt="2025-09-10T21:48:30.443" v="1013" actId="20577"/>
        <pc:sldMkLst>
          <pc:docMk/>
          <pc:sldMk cId="1964792074" sldId="256"/>
        </pc:sldMkLst>
        <pc:spChg chg="mod">
          <ac:chgData name="Thompson, Richard (CDR)" userId="ea9d80a7-0b4f-47bf-b25d-fcf28bdd4bae" providerId="ADAL" clId="{8EC8E854-950D-4AF8-958D-4A2E0C79549A}" dt="2025-09-10T21:23:10.962" v="18" actId="20577"/>
          <ac:spMkLst>
            <pc:docMk/>
            <pc:sldMk cId="1964792074" sldId="256"/>
            <ac:spMk id="2" creationId="{EA80A62A-81FF-EE34-686D-981BFF0D99C4}"/>
          </ac:spMkLst>
        </pc:spChg>
        <pc:spChg chg="mod">
          <ac:chgData name="Thompson, Richard (CDR)" userId="ea9d80a7-0b4f-47bf-b25d-fcf28bdd4bae" providerId="ADAL" clId="{8EC8E854-950D-4AF8-958D-4A2E0C79549A}" dt="2025-09-10T21:48:30.443" v="1013" actId="20577"/>
          <ac:spMkLst>
            <pc:docMk/>
            <pc:sldMk cId="1964792074" sldId="256"/>
            <ac:spMk id="3" creationId="{01AF7F93-C05C-E2E1-4BAE-880252824758}"/>
          </ac:spMkLst>
        </pc:spChg>
      </pc:sldChg>
      <pc:sldChg chg="modSp add mod">
        <pc:chgData name="Thompson, Richard (CDR)" userId="ea9d80a7-0b4f-47bf-b25d-fcf28bdd4bae" providerId="ADAL" clId="{8EC8E854-950D-4AF8-958D-4A2E0C79549A}" dt="2025-09-10T21:53:21.509" v="1551" actId="27636"/>
        <pc:sldMkLst>
          <pc:docMk/>
          <pc:sldMk cId="1755204054" sldId="313"/>
        </pc:sldMkLst>
        <pc:spChg chg="mod">
          <ac:chgData name="Thompson, Richard (CDR)" userId="ea9d80a7-0b4f-47bf-b25d-fcf28bdd4bae" providerId="ADAL" clId="{8EC8E854-950D-4AF8-958D-4A2E0C79549A}" dt="2025-09-10T21:53:21.509" v="1551" actId="27636"/>
          <ac:spMkLst>
            <pc:docMk/>
            <pc:sldMk cId="1755204054" sldId="313"/>
            <ac:spMk id="3" creationId="{9478AA73-47D1-BF6B-128E-0E3DD3E9D113}"/>
          </ac:spMkLst>
        </pc:spChg>
      </pc:sldChg>
      <pc:sldChg chg="add ord">
        <pc:chgData name="Thompson, Richard (CDR)" userId="ea9d80a7-0b4f-47bf-b25d-fcf28bdd4bae" providerId="ADAL" clId="{8EC8E854-950D-4AF8-958D-4A2E0C79549A}" dt="2025-09-10T21:34:00.872" v="464"/>
        <pc:sldMkLst>
          <pc:docMk/>
          <pc:sldMk cId="2772431759" sldId="314"/>
        </pc:sldMkLst>
      </pc:sldChg>
      <pc:sldChg chg="modSp add mod ord">
        <pc:chgData name="Thompson, Richard (CDR)" userId="ea9d80a7-0b4f-47bf-b25d-fcf28bdd4bae" providerId="ADAL" clId="{8EC8E854-950D-4AF8-958D-4A2E0C79549A}" dt="2025-09-10T21:48:16.608" v="1003" actId="20577"/>
        <pc:sldMkLst>
          <pc:docMk/>
          <pc:sldMk cId="1669020246" sldId="315"/>
        </pc:sldMkLst>
        <pc:spChg chg="mod">
          <ac:chgData name="Thompson, Richard (CDR)" userId="ea9d80a7-0b4f-47bf-b25d-fcf28bdd4bae" providerId="ADAL" clId="{8EC8E854-950D-4AF8-958D-4A2E0C79549A}" dt="2025-09-10T21:39:43.880" v="496" actId="20577"/>
          <ac:spMkLst>
            <pc:docMk/>
            <pc:sldMk cId="1669020246" sldId="315"/>
            <ac:spMk id="2" creationId="{2D978A23-F4F5-D568-7F77-D61B56ED6AB9}"/>
          </ac:spMkLst>
        </pc:spChg>
        <pc:spChg chg="mod">
          <ac:chgData name="Thompson, Richard (CDR)" userId="ea9d80a7-0b4f-47bf-b25d-fcf28bdd4bae" providerId="ADAL" clId="{8EC8E854-950D-4AF8-958D-4A2E0C79549A}" dt="2025-09-10T21:48:16.608" v="1003" actId="20577"/>
          <ac:spMkLst>
            <pc:docMk/>
            <pc:sldMk cId="1669020246" sldId="315"/>
            <ac:spMk id="3" creationId="{91904623-88C5-3375-DB5F-EC9709D1067A}"/>
          </ac:spMkLst>
        </pc:spChg>
      </pc:sldChg>
      <pc:sldChg chg="addSp modSp new mod">
        <pc:chgData name="Thompson, Richard (CDR)" userId="ea9d80a7-0b4f-47bf-b25d-fcf28bdd4bae" providerId="ADAL" clId="{8EC8E854-950D-4AF8-958D-4A2E0C79549A}" dt="2025-09-10T21:26:56.280" v="99" actId="1076"/>
        <pc:sldMkLst>
          <pc:docMk/>
          <pc:sldMk cId="237287965" sldId="316"/>
        </pc:sldMkLst>
        <pc:spChg chg="mod">
          <ac:chgData name="Thompson, Richard (CDR)" userId="ea9d80a7-0b4f-47bf-b25d-fcf28bdd4bae" providerId="ADAL" clId="{8EC8E854-950D-4AF8-958D-4A2E0C79549A}" dt="2025-09-10T21:24:21.450" v="83" actId="20577"/>
          <ac:spMkLst>
            <pc:docMk/>
            <pc:sldMk cId="237287965" sldId="316"/>
            <ac:spMk id="2" creationId="{EB8721E2-8E4B-55A0-0403-BA168B134040}"/>
          </ac:spMkLst>
        </pc:spChg>
        <pc:spChg chg="mod">
          <ac:chgData name="Thompson, Richard (CDR)" userId="ea9d80a7-0b4f-47bf-b25d-fcf28bdd4bae" providerId="ADAL" clId="{8EC8E854-950D-4AF8-958D-4A2E0C79549A}" dt="2025-09-10T21:25:35.674" v="93" actId="14100"/>
          <ac:spMkLst>
            <pc:docMk/>
            <pc:sldMk cId="237287965" sldId="316"/>
            <ac:spMk id="3" creationId="{04D60BA2-1B8E-C0FF-EB78-3833675A3EE7}"/>
          </ac:spMkLst>
        </pc:spChg>
        <pc:picChg chg="add mod">
          <ac:chgData name="Thompson, Richard (CDR)" userId="ea9d80a7-0b4f-47bf-b25d-fcf28bdd4bae" providerId="ADAL" clId="{8EC8E854-950D-4AF8-958D-4A2E0C79549A}" dt="2025-09-10T21:25:42.882" v="95" actId="1076"/>
          <ac:picMkLst>
            <pc:docMk/>
            <pc:sldMk cId="237287965" sldId="316"/>
            <ac:picMk id="5" creationId="{C5549FCA-65EB-7393-12E8-C813CA362D7D}"/>
          </ac:picMkLst>
        </pc:picChg>
        <pc:picChg chg="add mod">
          <ac:chgData name="Thompson, Richard (CDR)" userId="ea9d80a7-0b4f-47bf-b25d-fcf28bdd4bae" providerId="ADAL" clId="{8EC8E854-950D-4AF8-958D-4A2E0C79549A}" dt="2025-09-10T21:26:01.338" v="97" actId="1076"/>
          <ac:picMkLst>
            <pc:docMk/>
            <pc:sldMk cId="237287965" sldId="316"/>
            <ac:picMk id="7" creationId="{73DFDE86-95C6-1FA4-8B0E-F69A9D851E48}"/>
          </ac:picMkLst>
        </pc:picChg>
        <pc:picChg chg="add mod">
          <ac:chgData name="Thompson, Richard (CDR)" userId="ea9d80a7-0b4f-47bf-b25d-fcf28bdd4bae" providerId="ADAL" clId="{8EC8E854-950D-4AF8-958D-4A2E0C79549A}" dt="2025-09-10T21:26:56.280" v="99" actId="1076"/>
          <ac:picMkLst>
            <pc:docMk/>
            <pc:sldMk cId="237287965" sldId="316"/>
            <ac:picMk id="9" creationId="{8685DF1B-D68B-023D-187B-4FCA4471FBC2}"/>
          </ac:picMkLst>
        </pc:picChg>
      </pc:sldChg>
      <pc:sldChg chg="addSp delSp modSp new mod setBg">
        <pc:chgData name="Thompson, Richard (CDR)" userId="ea9d80a7-0b4f-47bf-b25d-fcf28bdd4bae" providerId="ADAL" clId="{8EC8E854-950D-4AF8-958D-4A2E0C79549A}" dt="2025-09-10T21:33:45.067" v="462" actId="1076"/>
        <pc:sldMkLst>
          <pc:docMk/>
          <pc:sldMk cId="2327869615" sldId="317"/>
        </pc:sldMkLst>
        <pc:spChg chg="mod">
          <ac:chgData name="Thompson, Richard (CDR)" userId="ea9d80a7-0b4f-47bf-b25d-fcf28bdd4bae" providerId="ADAL" clId="{8EC8E854-950D-4AF8-958D-4A2E0C79549A}" dt="2025-09-10T21:32:58.827" v="439" actId="26606"/>
          <ac:spMkLst>
            <pc:docMk/>
            <pc:sldMk cId="2327869615" sldId="317"/>
            <ac:spMk id="2" creationId="{C371E7D2-E6BE-DE22-642F-B5AF0280671B}"/>
          </ac:spMkLst>
        </pc:spChg>
        <pc:spChg chg="mod ord">
          <ac:chgData name="Thompson, Richard (CDR)" userId="ea9d80a7-0b4f-47bf-b25d-fcf28bdd4bae" providerId="ADAL" clId="{8EC8E854-950D-4AF8-958D-4A2E0C79549A}" dt="2025-09-10T21:33:29.989" v="457" actId="403"/>
          <ac:spMkLst>
            <pc:docMk/>
            <pc:sldMk cId="2327869615" sldId="317"/>
            <ac:spMk id="3" creationId="{F6EF4757-EBC3-D93C-87E2-AD3B805AE7B7}"/>
          </ac:spMkLst>
        </pc:spChg>
        <pc:spChg chg="add del">
          <ac:chgData name="Thompson, Richard (CDR)" userId="ea9d80a7-0b4f-47bf-b25d-fcf28bdd4bae" providerId="ADAL" clId="{8EC8E854-950D-4AF8-958D-4A2E0C79549A}" dt="2025-09-10T21:32:58.827" v="439" actId="26606"/>
          <ac:spMkLst>
            <pc:docMk/>
            <pc:sldMk cId="2327869615" sldId="317"/>
            <ac:spMk id="9" creationId="{50F78CF7-743D-4F97-AEAF-6D872AEF4A65}"/>
          </ac:spMkLst>
        </pc:spChg>
        <pc:spChg chg="add del">
          <ac:chgData name="Thompson, Richard (CDR)" userId="ea9d80a7-0b4f-47bf-b25d-fcf28bdd4bae" providerId="ADAL" clId="{8EC8E854-950D-4AF8-958D-4A2E0C79549A}" dt="2025-09-10T21:32:51.543" v="435" actId="26606"/>
          <ac:spMkLst>
            <pc:docMk/>
            <pc:sldMk cId="2327869615" sldId="317"/>
            <ac:spMk id="12" creationId="{156E7627-9054-4C34-A9FF-A07F952840C0}"/>
          </ac:spMkLst>
        </pc:spChg>
        <pc:spChg chg="add del">
          <ac:chgData name="Thompson, Richard (CDR)" userId="ea9d80a7-0b4f-47bf-b25d-fcf28bdd4bae" providerId="ADAL" clId="{8EC8E854-950D-4AF8-958D-4A2E0C79549A}" dt="2025-09-10T21:32:51.543" v="435" actId="26606"/>
          <ac:spMkLst>
            <pc:docMk/>
            <pc:sldMk cId="2327869615" sldId="317"/>
            <ac:spMk id="14" creationId="{BAFFBAEC-4B09-4263-AA73-ECE450FC74C6}"/>
          </ac:spMkLst>
        </pc:spChg>
        <pc:spChg chg="add del">
          <ac:chgData name="Thompson, Richard (CDR)" userId="ea9d80a7-0b4f-47bf-b25d-fcf28bdd4bae" providerId="ADAL" clId="{8EC8E854-950D-4AF8-958D-4A2E0C79549A}" dt="2025-09-10T21:32:51.543" v="435" actId="26606"/>
          <ac:spMkLst>
            <pc:docMk/>
            <pc:sldMk cId="2327869615" sldId="317"/>
            <ac:spMk id="18" creationId="{E045B6E3-569F-487B-8966-D3A87C7B42F8}"/>
          </ac:spMkLst>
        </pc:spChg>
        <pc:picChg chg="add mod ord">
          <ac:chgData name="Thompson, Richard (CDR)" userId="ea9d80a7-0b4f-47bf-b25d-fcf28bdd4bae" providerId="ADAL" clId="{8EC8E854-950D-4AF8-958D-4A2E0C79549A}" dt="2025-09-10T21:33:42.821" v="461" actId="1076"/>
          <ac:picMkLst>
            <pc:docMk/>
            <pc:sldMk cId="2327869615" sldId="317"/>
            <ac:picMk id="5" creationId="{33F0A86E-80F4-6662-32FE-6BBFA5C10DCC}"/>
          </ac:picMkLst>
        </pc:picChg>
        <pc:picChg chg="add del mod">
          <ac:chgData name="Thompson, Richard (CDR)" userId="ea9d80a7-0b4f-47bf-b25d-fcf28bdd4bae" providerId="ADAL" clId="{8EC8E854-950D-4AF8-958D-4A2E0C79549A}" dt="2025-09-10T21:33:45.067" v="462" actId="1076"/>
          <ac:picMkLst>
            <pc:docMk/>
            <pc:sldMk cId="2327869615" sldId="317"/>
            <ac:picMk id="7" creationId="{902735DC-F3D7-0FAC-F30A-33ED7987FF38}"/>
          </ac:picMkLst>
        </pc:picChg>
        <pc:cxnChg chg="add del">
          <ac:chgData name="Thompson, Richard (CDR)" userId="ea9d80a7-0b4f-47bf-b25d-fcf28bdd4bae" providerId="ADAL" clId="{8EC8E854-950D-4AF8-958D-4A2E0C79549A}" dt="2025-09-10T21:32:58.827" v="439" actId="26606"/>
          <ac:cxnSpMkLst>
            <pc:docMk/>
            <pc:sldMk cId="2327869615" sldId="317"/>
            <ac:cxnSpMk id="10" creationId="{A7DCBFCC-8C5F-4A93-997F-0A2BB3F0DF7F}"/>
          </ac:cxnSpMkLst>
        </pc:cxnChg>
        <pc:cxnChg chg="add del">
          <ac:chgData name="Thompson, Richard (CDR)" userId="ea9d80a7-0b4f-47bf-b25d-fcf28bdd4bae" providerId="ADAL" clId="{8EC8E854-950D-4AF8-958D-4A2E0C79549A}" dt="2025-09-10T21:32:51.543" v="435" actId="26606"/>
          <ac:cxnSpMkLst>
            <pc:docMk/>
            <pc:sldMk cId="2327869615" sldId="317"/>
            <ac:cxnSpMk id="16" creationId="{C570AA90-7628-435C-9F08-19F2E026DCDA}"/>
          </ac:cxnSpMkLst>
        </pc:cxnChg>
      </pc:sldChg>
      <pc:sldChg chg="modSp new mod">
        <pc:chgData name="Thompson, Richard (CDR)" userId="ea9d80a7-0b4f-47bf-b25d-fcf28bdd4bae" providerId="ADAL" clId="{8EC8E854-950D-4AF8-958D-4A2E0C79549A}" dt="2025-09-10T21:55:13.382" v="1846" actId="20577"/>
        <pc:sldMkLst>
          <pc:docMk/>
          <pc:sldMk cId="3123978848" sldId="318"/>
        </pc:sldMkLst>
        <pc:spChg chg="mod">
          <ac:chgData name="Thompson, Richard (CDR)" userId="ea9d80a7-0b4f-47bf-b25d-fcf28bdd4bae" providerId="ADAL" clId="{8EC8E854-950D-4AF8-958D-4A2E0C79549A}" dt="2025-09-10T21:49:37.110" v="1026" actId="20577"/>
          <ac:spMkLst>
            <pc:docMk/>
            <pc:sldMk cId="3123978848" sldId="318"/>
            <ac:spMk id="2" creationId="{5A98CE5A-1C82-5408-61EA-6BA057182DDD}"/>
          </ac:spMkLst>
        </pc:spChg>
        <pc:spChg chg="mod">
          <ac:chgData name="Thompson, Richard (CDR)" userId="ea9d80a7-0b4f-47bf-b25d-fcf28bdd4bae" providerId="ADAL" clId="{8EC8E854-950D-4AF8-958D-4A2E0C79549A}" dt="2025-09-10T21:55:13.382" v="1846" actId="20577"/>
          <ac:spMkLst>
            <pc:docMk/>
            <pc:sldMk cId="3123978848" sldId="318"/>
            <ac:spMk id="3" creationId="{872E03EF-C0E8-BE70-227D-860970365F4A}"/>
          </ac:spMkLst>
        </pc:spChg>
      </pc:sldChg>
      <pc:sldChg chg="modSp new mod ord">
        <pc:chgData name="Thompson, Richard (CDR)" userId="ea9d80a7-0b4f-47bf-b25d-fcf28bdd4bae" providerId="ADAL" clId="{8EC8E854-950D-4AF8-958D-4A2E0C79549A}" dt="2025-09-10T21:51:47.378" v="1523" actId="20577"/>
        <pc:sldMkLst>
          <pc:docMk/>
          <pc:sldMk cId="3209880534" sldId="319"/>
        </pc:sldMkLst>
        <pc:spChg chg="mod">
          <ac:chgData name="Thompson, Richard (CDR)" userId="ea9d80a7-0b4f-47bf-b25d-fcf28bdd4bae" providerId="ADAL" clId="{8EC8E854-950D-4AF8-958D-4A2E0C79549A}" dt="2025-09-10T21:50:33.360" v="1162" actId="20577"/>
          <ac:spMkLst>
            <pc:docMk/>
            <pc:sldMk cId="3209880534" sldId="319"/>
            <ac:spMk id="2" creationId="{B85C5DEA-3671-DC72-415D-230FC4C80887}"/>
          </ac:spMkLst>
        </pc:spChg>
        <pc:spChg chg="mod">
          <ac:chgData name="Thompson, Richard (CDR)" userId="ea9d80a7-0b4f-47bf-b25d-fcf28bdd4bae" providerId="ADAL" clId="{8EC8E854-950D-4AF8-958D-4A2E0C79549A}" dt="2025-09-10T21:51:47.378" v="1523" actId="20577"/>
          <ac:spMkLst>
            <pc:docMk/>
            <pc:sldMk cId="3209880534" sldId="319"/>
            <ac:spMk id="3" creationId="{E3F29A53-4C28-EBE8-C0AD-09CA9FF4F46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5748868-3559-47B0-B55B-FAE1188853E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377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0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27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29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0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38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3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39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443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9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79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5748868-3559-47B0-B55B-FAE1188853E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82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richard.Thompson@nps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0A62A-81FF-EE34-686D-981BFF0D99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plugin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AF7F93-C05C-E2E1-4BAE-8802528247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Emails that don’t offend investors</a:t>
            </a:r>
          </a:p>
        </p:txBody>
      </p:sp>
    </p:spTree>
    <p:extLst>
      <p:ext uri="{BB962C8B-B14F-4D97-AF65-F5344CB8AC3E}">
        <p14:creationId xmlns:p14="http://schemas.microsoft.com/office/powerpoint/2010/main" val="196479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28A6-3CE9-13B5-865A-819E73497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preparation –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8AA73-47D1-BF6B-128E-0E3DD3E9D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158181"/>
            <a:ext cx="10322298" cy="4272116"/>
          </a:xfrm>
        </p:spPr>
        <p:txBody>
          <a:bodyPr>
            <a:normAutofit/>
          </a:bodyPr>
          <a:lstStyle/>
          <a:p>
            <a:r>
              <a:rPr lang="en-US" dirty="0"/>
              <a:t>Congratulations, you are a startup owner of a future billion dollar company. You suspect your eccentric angel investor hates special characters in e-mail addresses due to the fact his previous girlfriend’s name was improbably “That *!&amp;#$%^”. You want to make sure that no e-mail ever contains these particular characters.</a:t>
            </a:r>
          </a:p>
          <a:p>
            <a:r>
              <a:rPr lang="en-US" dirty="0"/>
              <a:t>Design a BNF for an e-mail address with the following rules for your domain:</a:t>
            </a:r>
          </a:p>
          <a:p>
            <a:r>
              <a:rPr lang="en-US" dirty="0"/>
              <a:t>- It is of the form &lt;local-part&gt;@torpedodepot.&lt;domain-suffix&gt;</a:t>
            </a:r>
          </a:p>
          <a:p>
            <a:r>
              <a:rPr lang="en-US" dirty="0"/>
              <a:t>- &lt;local-part&gt; is ONLY alpha-numeric characters.</a:t>
            </a:r>
          </a:p>
          <a:p>
            <a:r>
              <a:rPr lang="en-US" dirty="0"/>
              <a:t>- &lt;domain-suffix&gt; can only be </a:t>
            </a:r>
            <a:r>
              <a:rPr lang="en-US" dirty="0" err="1"/>
              <a:t>.net</a:t>
            </a:r>
            <a:r>
              <a:rPr lang="en-US" dirty="0"/>
              <a:t>, .com, or .</a:t>
            </a:r>
            <a:r>
              <a:rPr lang="en-US" dirty="0" err="1"/>
              <a:t>wannabemil</a:t>
            </a:r>
            <a:endParaRPr lang="en-US" dirty="0"/>
          </a:p>
          <a:p>
            <a:r>
              <a:rPr lang="en-US" dirty="0"/>
              <a:t>- Use ANTLR .g4 format in your design. What is this you ask? Read on.</a:t>
            </a:r>
          </a:p>
          <a:p>
            <a:r>
              <a:rPr lang="en-US" dirty="0"/>
              <a:t>- Draw a finite state machine for the tokenizer used in your rules (lexical analyzer, </a:t>
            </a:r>
            <a:r>
              <a:rPr lang="en-US" dirty="0" err="1"/>
              <a:t>lexer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55204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04F92-4009-BE19-D5EF-F86C0364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ANTLR - </a:t>
            </a:r>
            <a:r>
              <a:rPr lang="en-US" dirty="0" err="1"/>
              <a:t>ANother</a:t>
            </a:r>
            <a:r>
              <a:rPr lang="en-US" dirty="0"/>
              <a:t> Tool for Language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D609F-3870-B0A9-3C9B-758EE39AF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11430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Takes as input a grammar that specifies a language and generates as output source code for a recognizer of that language. Very common.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Example grammar: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AF735-B6A6-42EF-23AC-093BD2BA7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877" y="3532972"/>
            <a:ext cx="5578323" cy="291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31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721E2-8E4B-55A0-0403-BA168B13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60BA2-1B8E-C0FF-EB78-3833675A3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1499616"/>
          </a:xfrm>
        </p:spPr>
        <p:txBody>
          <a:bodyPr/>
          <a:lstStyle/>
          <a:p>
            <a:r>
              <a:rPr lang="en-US" dirty="0"/>
              <a:t>JSON - (JavaScript Object Notation) is a lightweight, text-based format used for storing and exchanging structured data. It is human-readable and language-independent, consisting of name/value pairs and arrays, making it easy to transmit data between systems like web servers and clients.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49FCA-65EB-7393-12E8-C813CA362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033" y="4244273"/>
            <a:ext cx="3490262" cy="1539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DFDE86-95C6-1FA4-8B0E-F69A9D851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244273"/>
            <a:ext cx="2834886" cy="1341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85DF1B-D68B-023D-187B-4FCA4471F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995" y="3605553"/>
            <a:ext cx="3810330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7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E7D2-E6BE-DE22-642F-B5AF02806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4757-EBC3-D93C-87E2-AD3B805AE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084832"/>
            <a:ext cx="6199633" cy="2273808"/>
          </a:xfrm>
        </p:spPr>
        <p:txBody>
          <a:bodyPr>
            <a:normAutofit/>
          </a:bodyPr>
          <a:lstStyle/>
          <a:p>
            <a:r>
              <a:rPr lang="en-US" sz="2000" dirty="0"/>
              <a:t>TypeScript is a high-level programming language that is a statically typed superset of JavaScript. (static typing means the data type is known at compile time, we will learn more about it as the class goes on)</a:t>
            </a:r>
          </a:p>
          <a:p>
            <a:r>
              <a:rPr lang="en-US" sz="2000" dirty="0"/>
              <a:t>TypeScript is rapidly becoming blazingly popular. More popular than K-Pop Demon Hunters probably.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F0A86E-80F4-6662-32FE-6BBFA5C10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687" y="4551803"/>
            <a:ext cx="4575646" cy="11201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2735DC-F3D7-0FAC-F30A-33ED7987F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924" y="1422400"/>
            <a:ext cx="4310290" cy="424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69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5DEA-3671-DC72-415D-230FC4C8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29A53-4C28-EBE8-C0AD-09CA9FF4F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made a policy at your company that everyone must use </a:t>
            </a:r>
            <a:r>
              <a:rPr lang="en-US" dirty="0" err="1"/>
              <a:t>VSCode</a:t>
            </a:r>
            <a:r>
              <a:rPr lang="en-US" dirty="0"/>
              <a:t> for everything, including word processing. It is just easier that way. We need to make sure that emails do not offend our investors.</a:t>
            </a:r>
          </a:p>
        </p:txBody>
      </p:sp>
    </p:spTree>
    <p:extLst>
      <p:ext uri="{BB962C8B-B14F-4D97-AF65-F5344CB8AC3E}">
        <p14:creationId xmlns:p14="http://schemas.microsoft.com/office/powerpoint/2010/main" val="3209880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78A23-F4F5-D568-7F77-D61B56ED6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04623-88C5-3375-DB5F-EC9709D10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Make a </a:t>
            </a:r>
            <a:r>
              <a:rPr lang="en-US" dirty="0" err="1"/>
              <a:t>VSCode</a:t>
            </a:r>
            <a:r>
              <a:rPr lang="en-US" dirty="0"/>
              <a:t> plugin.</a:t>
            </a:r>
          </a:p>
          <a:p>
            <a:pPr lvl="1">
              <a:buFontTx/>
              <a:buChar char="-"/>
            </a:pPr>
            <a:r>
              <a:rPr lang="en-US" dirty="0"/>
              <a:t>The plugin will use ANTLR</a:t>
            </a:r>
          </a:p>
          <a:p>
            <a:pPr lvl="1">
              <a:buFontTx/>
              <a:buChar char="-"/>
            </a:pPr>
            <a:r>
              <a:rPr lang="en-US" dirty="0"/>
              <a:t>It will highlight emails blue. Emails are specified by your grammar.</a:t>
            </a:r>
          </a:p>
          <a:p>
            <a:pPr lvl="2">
              <a:buFontTx/>
              <a:buChar char="-"/>
            </a:pPr>
            <a:r>
              <a:rPr lang="en-US" dirty="0"/>
              <a:t>valid@torpedodepot.com - should be blue</a:t>
            </a:r>
          </a:p>
          <a:p>
            <a:pPr lvl="2">
              <a:buFontTx/>
              <a:buChar char="-"/>
            </a:pPr>
            <a:r>
              <a:rPr lang="en-US" dirty="0"/>
              <a:t>test123@torpedodepot.net - should be blue </a:t>
            </a:r>
          </a:p>
          <a:p>
            <a:pPr lvl="2">
              <a:buFontTx/>
              <a:buChar char="-"/>
            </a:pPr>
            <a:r>
              <a:rPr lang="en-US" dirty="0" err="1"/>
              <a:t>user@torpedodepot.wannabemil</a:t>
            </a:r>
            <a:r>
              <a:rPr lang="en-US" dirty="0"/>
              <a:t> - should be blue </a:t>
            </a:r>
          </a:p>
          <a:p>
            <a:pPr lvl="2">
              <a:buFontTx/>
              <a:buChar char="-"/>
            </a:pPr>
            <a:r>
              <a:rPr lang="en-US" dirty="0"/>
              <a:t>invalid@gmail.com - should NOT be highlighted </a:t>
            </a:r>
          </a:p>
          <a:p>
            <a:pPr lvl="2">
              <a:buFontTx/>
              <a:buChar char="-"/>
            </a:pPr>
            <a:r>
              <a:rPr lang="en-US" dirty="0"/>
              <a:t>user@yahoo.net - should NOT be highlighted </a:t>
            </a:r>
          </a:p>
          <a:p>
            <a:pPr lvl="2">
              <a:buFontTx/>
              <a:buChar char="-"/>
            </a:pPr>
            <a:r>
              <a:rPr lang="en-US" dirty="0" err="1"/>
              <a:t>notanemail</a:t>
            </a:r>
            <a:r>
              <a:rPr lang="en-US" dirty="0"/>
              <a:t> - should NOT be highlighted</a:t>
            </a:r>
          </a:p>
          <a:p>
            <a:pPr lvl="1">
              <a:buFontTx/>
              <a:buChar char="-"/>
            </a:pPr>
            <a:r>
              <a:rPr lang="en-US" dirty="0"/>
              <a:t>There are shortcut methods that use regular expressions. Don’t use the shortcuts. Make sure you are using the grammar. (i.e. you are using a .g4 file)  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>
                <a:solidFill>
                  <a:schemeClr val="accent1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b</a:t>
            </a:r>
            <a:r>
              <a:rPr lang="en-US" dirty="0">
                <a:solidFill>
                  <a:srgbClr val="7030A0"/>
                </a:solidFill>
              </a:rPr>
              <a:t>e</a:t>
            </a:r>
            <a:r>
              <a:rPr lang="en-US" dirty="0"/>
              <a:t> coding is encouraged. This is a large project to do in a small amount of time.</a:t>
            </a:r>
          </a:p>
        </p:txBody>
      </p:sp>
    </p:spTree>
    <p:extLst>
      <p:ext uri="{BB962C8B-B14F-4D97-AF65-F5344CB8AC3E}">
        <p14:creationId xmlns:p14="http://schemas.microsoft.com/office/powerpoint/2010/main" val="1669020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CE5A-1C82-5408-61EA-6BA05718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E03EF-C0E8-BE70-227D-860970365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 an email to </a:t>
            </a:r>
            <a:r>
              <a:rPr lang="en-US" dirty="0">
                <a:hlinkClick r:id="rId2"/>
              </a:rPr>
              <a:t>richard.Thompson@nps.edu</a:t>
            </a:r>
            <a:r>
              <a:rPr lang="en-US" dirty="0"/>
              <a:t> that includes:</a:t>
            </a:r>
          </a:p>
          <a:p>
            <a:r>
              <a:rPr lang="en-US" dirty="0"/>
              <a:t>* Screenshot of text that includes valid and invalid emails, highlighted in blue.</a:t>
            </a:r>
          </a:p>
          <a:p>
            <a:r>
              <a:rPr lang="en-US" dirty="0"/>
              <a:t>* Your plugin code (.</a:t>
            </a:r>
            <a:r>
              <a:rPr lang="en-US" dirty="0" err="1"/>
              <a:t>ts</a:t>
            </a:r>
            <a:r>
              <a:rPr lang="en-US" dirty="0"/>
              <a:t> file and .g4 file).</a:t>
            </a:r>
          </a:p>
          <a:p>
            <a:pPr marL="0" indent="0">
              <a:buNone/>
            </a:pPr>
            <a:r>
              <a:rPr lang="en-US" dirty="0"/>
              <a:t>Format of email is less important than content.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9788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899E978EDF93408B1F02CFF5CC7683" ma:contentTypeVersion="3" ma:contentTypeDescription="Create a new document." ma:contentTypeScope="" ma:versionID="b46142b3f9d040328715e8f575261e31">
  <xsd:schema xmlns:xsd="http://www.w3.org/2001/XMLSchema" xmlns:xs="http://www.w3.org/2001/XMLSchema" xmlns:p="http://schemas.microsoft.com/office/2006/metadata/properties" xmlns:ns2="177da464-c360-4e1f-8bc1-74dc22d0f67c" targetNamespace="http://schemas.microsoft.com/office/2006/metadata/properties" ma:root="true" ma:fieldsID="4d8b96f3057443f3c44fbaaa99e0014c" ns2:_="">
    <xsd:import namespace="177da464-c360-4e1f-8bc1-74dc22d0f6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7da464-c360-4e1f-8bc1-74dc22d0f6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4FA391-AF45-4E83-AD29-C242C0A6BCF4}"/>
</file>

<file path=customXml/itemProps2.xml><?xml version="1.0" encoding="utf-8"?>
<ds:datastoreItem xmlns:ds="http://schemas.openxmlformats.org/officeDocument/2006/customXml" ds:itemID="{9FA44CAD-59E8-4AF8-84F9-2AB313737DE4}"/>
</file>

<file path=customXml/itemProps3.xml><?xml version="1.0" encoding="utf-8"?>
<ds:datastoreItem xmlns:ds="http://schemas.openxmlformats.org/officeDocument/2006/customXml" ds:itemID="{BAC2FFE6-B3DB-46B0-8940-56B7701C3BE2}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30</TotalTime>
  <Words>525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Tw Cen MT</vt:lpstr>
      <vt:lpstr>Tw Cen MT Condensed</vt:lpstr>
      <vt:lpstr>Wingdings</vt:lpstr>
      <vt:lpstr>Wingdings 3</vt:lpstr>
      <vt:lpstr>Integral</vt:lpstr>
      <vt:lpstr>Vscode plugin</vt:lpstr>
      <vt:lpstr>Lab preparation – Homework</vt:lpstr>
      <vt:lpstr>ANTLR - ANother Tool for Language Recognition</vt:lpstr>
      <vt:lpstr>Tools introduction</vt:lpstr>
      <vt:lpstr>typescript</vt:lpstr>
      <vt:lpstr>Lab</vt:lpstr>
      <vt:lpstr>Lab</vt:lpstr>
      <vt:lpstr>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Thompson, Richard (CDR)</dc:creator>
  <cp:lastModifiedBy>Thompson, Richard (CDR)</cp:lastModifiedBy>
  <cp:revision>1</cp:revision>
  <dcterms:created xsi:type="dcterms:W3CDTF">2025-09-10T21:22:54Z</dcterms:created>
  <dcterms:modified xsi:type="dcterms:W3CDTF">2025-09-10T21:55:21Z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2025-09-10T21:23:03Z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1655545c-d5d2-40da-a934-f2e3fef6de36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0x010100D4899E978EDF93408B1F02CFF5CC7683</vt:lpwstr>
  </property>
</Properties>
</file>