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313" r:id="rId6"/>
    <p:sldId id="329" r:id="rId7"/>
    <p:sldId id="327" r:id="rId8"/>
    <p:sldId id="328" r:id="rId9"/>
    <p:sldId id="320" r:id="rId10"/>
    <p:sldId id="332" r:id="rId11"/>
    <p:sldId id="321" r:id="rId12"/>
    <p:sldId id="330" r:id="rId13"/>
    <p:sldId id="331" r:id="rId14"/>
    <p:sldId id="334" r:id="rId15"/>
    <p:sldId id="333" r:id="rId16"/>
    <p:sldId id="33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206856-A9D8-6D74-5B54-814F61329930}" v="3" dt="2025-10-29T01:57:01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Richard (CDR)" userId="ea9d80a7-0b4f-47bf-b25d-fcf28bdd4bae" providerId="ADAL" clId="{8EC8E854-950D-4AF8-958D-4A2E0C79549A}"/>
    <pc:docChg chg="undo redo custSel mod addSld delSld modSld sldOrd">
      <pc:chgData name="Thompson, Richard (CDR)" userId="ea9d80a7-0b4f-47bf-b25d-fcf28bdd4bae" providerId="ADAL" clId="{8EC8E854-950D-4AF8-958D-4A2E0C79549A}" dt="2025-10-24T19:02:08.846" v="5396" actId="20577"/>
      <pc:docMkLst>
        <pc:docMk/>
      </pc:docMkLst>
      <pc:sldChg chg="modSp new mod">
        <pc:chgData name="Thompson, Richard (CDR)" userId="ea9d80a7-0b4f-47bf-b25d-fcf28bdd4bae" providerId="ADAL" clId="{8EC8E854-950D-4AF8-958D-4A2E0C79549A}" dt="2025-10-13T21:39:23.038" v="2559" actId="20577"/>
        <pc:sldMkLst>
          <pc:docMk/>
          <pc:sldMk cId="1964792074" sldId="256"/>
        </pc:sldMkLst>
        <pc:spChg chg="mod">
          <ac:chgData name="Thompson, Richard (CDR)" userId="ea9d80a7-0b4f-47bf-b25d-fcf28bdd4bae" providerId="ADAL" clId="{8EC8E854-950D-4AF8-958D-4A2E0C79549A}" dt="2025-10-13T21:37:24.098" v="2522" actId="20577"/>
          <ac:spMkLst>
            <pc:docMk/>
            <pc:sldMk cId="1964792074" sldId="256"/>
            <ac:spMk id="2" creationId="{EA80A62A-81FF-EE34-686D-981BFF0D99C4}"/>
          </ac:spMkLst>
        </pc:spChg>
        <pc:spChg chg="mod">
          <ac:chgData name="Thompson, Richard (CDR)" userId="ea9d80a7-0b4f-47bf-b25d-fcf28bdd4bae" providerId="ADAL" clId="{8EC8E854-950D-4AF8-958D-4A2E0C79549A}" dt="2025-10-13T21:39:23.038" v="2559" actId="20577"/>
          <ac:spMkLst>
            <pc:docMk/>
            <pc:sldMk cId="1964792074" sldId="256"/>
            <ac:spMk id="11" creationId="{5058473E-AC07-A53E-ADD8-9958F52E41BB}"/>
          </ac:spMkLst>
        </pc:spChg>
      </pc:sldChg>
      <pc:sldChg chg="addSp delSp modSp mod">
        <pc:chgData name="Thompson, Richard (CDR)" userId="ea9d80a7-0b4f-47bf-b25d-fcf28bdd4bae" providerId="ADAL" clId="{8EC8E854-950D-4AF8-958D-4A2E0C79549A}" dt="2025-10-13T22:19:45.598" v="2732" actId="1076"/>
        <pc:sldMkLst>
          <pc:docMk/>
          <pc:sldMk cId="1850236528" sldId="320"/>
        </pc:sldMkLst>
        <pc:spChg chg="mod">
          <ac:chgData name="Thompson, Richard (CDR)" userId="ea9d80a7-0b4f-47bf-b25d-fcf28bdd4bae" providerId="ADAL" clId="{8EC8E854-950D-4AF8-958D-4A2E0C79549A}" dt="2025-10-13T22:19:39.376" v="2730" actId="20577"/>
          <ac:spMkLst>
            <pc:docMk/>
            <pc:sldMk cId="1850236528" sldId="320"/>
            <ac:spMk id="2" creationId="{4F59A4C9-69DA-661D-DD82-41BA3AA5961D}"/>
          </ac:spMkLst>
        </pc:spChg>
        <pc:picChg chg="add mod">
          <ac:chgData name="Thompson, Richard (CDR)" userId="ea9d80a7-0b4f-47bf-b25d-fcf28bdd4bae" providerId="ADAL" clId="{8EC8E854-950D-4AF8-958D-4A2E0C79549A}" dt="2025-10-13T22:19:45.598" v="2732" actId="1076"/>
          <ac:picMkLst>
            <pc:docMk/>
            <pc:sldMk cId="1850236528" sldId="320"/>
            <ac:picMk id="4" creationId="{3287F76C-13B6-4508-5BD1-E0C96AC038A5}"/>
          </ac:picMkLst>
        </pc:picChg>
      </pc:sldChg>
      <pc:sldChg chg="addSp delSp modSp mod modNotesTx">
        <pc:chgData name="Thompson, Richard (CDR)" userId="ea9d80a7-0b4f-47bf-b25d-fcf28bdd4bae" providerId="ADAL" clId="{8EC8E854-950D-4AF8-958D-4A2E0C79549A}" dt="2025-10-13T22:22:29.515" v="3030" actId="1076"/>
        <pc:sldMkLst>
          <pc:docMk/>
          <pc:sldMk cId="3461375969" sldId="321"/>
        </pc:sldMkLst>
        <pc:spChg chg="mod">
          <ac:chgData name="Thompson, Richard (CDR)" userId="ea9d80a7-0b4f-47bf-b25d-fcf28bdd4bae" providerId="ADAL" clId="{8EC8E854-950D-4AF8-958D-4A2E0C79549A}" dt="2025-10-13T22:20:10.688" v="2779" actId="20577"/>
          <ac:spMkLst>
            <pc:docMk/>
            <pc:sldMk cId="3461375969" sldId="321"/>
            <ac:spMk id="2" creationId="{018FC85E-6609-054E-90EB-1A8715A3F0F2}"/>
          </ac:spMkLst>
        </pc:spChg>
        <pc:spChg chg="add mod">
          <ac:chgData name="Thompson, Richard (CDR)" userId="ea9d80a7-0b4f-47bf-b25d-fcf28bdd4bae" providerId="ADAL" clId="{8EC8E854-950D-4AF8-958D-4A2E0C79549A}" dt="2025-10-13T22:22:29.515" v="3030" actId="1076"/>
          <ac:spMkLst>
            <pc:docMk/>
            <pc:sldMk cId="3461375969" sldId="321"/>
            <ac:spMk id="9" creationId="{3267FAA8-DB2D-15E0-391D-2B02521C87A5}"/>
          </ac:spMkLst>
        </pc:spChg>
        <pc:picChg chg="add mod">
          <ac:chgData name="Thompson, Richard (CDR)" userId="ea9d80a7-0b4f-47bf-b25d-fcf28bdd4bae" providerId="ADAL" clId="{8EC8E854-950D-4AF8-958D-4A2E0C79549A}" dt="2025-10-13T22:21:06.605" v="2787" actId="1076"/>
          <ac:picMkLst>
            <pc:docMk/>
            <pc:sldMk cId="3461375969" sldId="321"/>
            <ac:picMk id="5" creationId="{8C46946E-E4D2-61F8-443A-C9D6B5CF2EA1}"/>
          </ac:picMkLst>
        </pc:picChg>
      </pc:sldChg>
      <pc:sldChg chg="addSp delSp modSp add mod">
        <pc:chgData name="Thompson, Richard (CDR)" userId="ea9d80a7-0b4f-47bf-b25d-fcf28bdd4bae" providerId="ADAL" clId="{8EC8E854-950D-4AF8-958D-4A2E0C79549A}" dt="2025-10-13T21:50:54.230" v="2630" actId="14100"/>
        <pc:sldMkLst>
          <pc:docMk/>
          <pc:sldMk cId="2818835944" sldId="327"/>
        </pc:sldMkLst>
        <pc:spChg chg="mod">
          <ac:chgData name="Thompson, Richard (CDR)" userId="ea9d80a7-0b4f-47bf-b25d-fcf28bdd4bae" providerId="ADAL" clId="{8EC8E854-950D-4AF8-958D-4A2E0C79549A}" dt="2025-10-13T21:49:12.094" v="2617" actId="20577"/>
          <ac:spMkLst>
            <pc:docMk/>
            <pc:sldMk cId="2818835944" sldId="327"/>
            <ac:spMk id="2" creationId="{B05D63FC-AA78-7A51-6E1F-D93CDE144758}"/>
          </ac:spMkLst>
        </pc:spChg>
        <pc:picChg chg="add mod">
          <ac:chgData name="Thompson, Richard (CDR)" userId="ea9d80a7-0b4f-47bf-b25d-fcf28bdd4bae" providerId="ADAL" clId="{8EC8E854-950D-4AF8-958D-4A2E0C79549A}" dt="2025-10-13T21:50:54.230" v="2630" actId="14100"/>
          <ac:picMkLst>
            <pc:docMk/>
            <pc:sldMk cId="2818835944" sldId="327"/>
            <ac:picMk id="5" creationId="{F3D4D76F-120E-2921-C623-270F473664D1}"/>
          </ac:picMkLst>
        </pc:picChg>
      </pc:sldChg>
      <pc:sldChg chg="addSp delSp modSp add mod">
        <pc:chgData name="Thompson, Richard (CDR)" userId="ea9d80a7-0b4f-47bf-b25d-fcf28bdd4bae" providerId="ADAL" clId="{8EC8E854-950D-4AF8-958D-4A2E0C79549A}" dt="2025-10-13T22:05:42.807" v="2681" actId="1076"/>
        <pc:sldMkLst>
          <pc:docMk/>
          <pc:sldMk cId="1579082594" sldId="328"/>
        </pc:sldMkLst>
        <pc:spChg chg="mod">
          <ac:chgData name="Thompson, Richard (CDR)" userId="ea9d80a7-0b4f-47bf-b25d-fcf28bdd4bae" providerId="ADAL" clId="{8EC8E854-950D-4AF8-958D-4A2E0C79549A}" dt="2025-10-13T21:49:16.078" v="2622" actId="20577"/>
          <ac:spMkLst>
            <pc:docMk/>
            <pc:sldMk cId="1579082594" sldId="328"/>
            <ac:spMk id="2" creationId="{A96A56C7-C629-CA9D-39ED-DFA6A0CF8AD4}"/>
          </ac:spMkLst>
        </pc:spChg>
        <pc:picChg chg="add mod">
          <ac:chgData name="Thompson, Richard (CDR)" userId="ea9d80a7-0b4f-47bf-b25d-fcf28bdd4bae" providerId="ADAL" clId="{8EC8E854-950D-4AF8-958D-4A2E0C79549A}" dt="2025-10-13T22:05:42.807" v="2681" actId="1076"/>
          <ac:picMkLst>
            <pc:docMk/>
            <pc:sldMk cId="1579082594" sldId="328"/>
            <ac:picMk id="5" creationId="{C85DD20A-CFCF-EFDF-6013-1D34E26AC52F}"/>
          </ac:picMkLst>
        </pc:picChg>
      </pc:sldChg>
      <pc:sldChg chg="addSp delSp modSp add mod">
        <pc:chgData name="Thompson, Richard (CDR)" userId="ea9d80a7-0b4f-47bf-b25d-fcf28bdd4bae" providerId="ADAL" clId="{8EC8E854-950D-4AF8-958D-4A2E0C79549A}" dt="2025-10-13T22:05:30.254" v="2679" actId="1076"/>
        <pc:sldMkLst>
          <pc:docMk/>
          <pc:sldMk cId="1082673202" sldId="329"/>
        </pc:sldMkLst>
        <pc:picChg chg="add mod">
          <ac:chgData name="Thompson, Richard (CDR)" userId="ea9d80a7-0b4f-47bf-b25d-fcf28bdd4bae" providerId="ADAL" clId="{8EC8E854-950D-4AF8-958D-4A2E0C79549A}" dt="2025-10-13T22:05:30.254" v="2679" actId="1076"/>
          <ac:picMkLst>
            <pc:docMk/>
            <pc:sldMk cId="1082673202" sldId="329"/>
            <ac:picMk id="4" creationId="{81AB5E0A-507E-2A05-1C90-BBD1B8FB0B58}"/>
          </ac:picMkLst>
        </pc:picChg>
      </pc:sldChg>
      <pc:sldChg chg="addSp delSp modSp add mod">
        <pc:chgData name="Thompson, Richard (CDR)" userId="ea9d80a7-0b4f-47bf-b25d-fcf28bdd4bae" providerId="ADAL" clId="{8EC8E854-950D-4AF8-958D-4A2E0C79549A}" dt="2025-10-13T22:26:06.075" v="3038" actId="26606"/>
        <pc:sldMkLst>
          <pc:docMk/>
          <pc:sldMk cId="3596469916" sldId="330"/>
        </pc:sldMkLst>
        <pc:spChg chg="mod">
          <ac:chgData name="Thompson, Richard (CDR)" userId="ea9d80a7-0b4f-47bf-b25d-fcf28bdd4bae" providerId="ADAL" clId="{8EC8E854-950D-4AF8-958D-4A2E0C79549A}" dt="2025-10-13T22:26:06.075" v="3038" actId="26606"/>
          <ac:spMkLst>
            <pc:docMk/>
            <pc:sldMk cId="3596469916" sldId="330"/>
            <ac:spMk id="2" creationId="{2641DF89-5336-8443-C661-0E779F7F9569}"/>
          </ac:spMkLst>
        </pc:spChg>
        <pc:spChg chg="add">
          <ac:chgData name="Thompson, Richard (CDR)" userId="ea9d80a7-0b4f-47bf-b25d-fcf28bdd4bae" providerId="ADAL" clId="{8EC8E854-950D-4AF8-958D-4A2E0C79549A}" dt="2025-10-13T22:26:06.075" v="3038" actId="26606"/>
          <ac:spMkLst>
            <pc:docMk/>
            <pc:sldMk cId="3596469916" sldId="330"/>
            <ac:spMk id="1038" creationId="{3A8EC506-B1DA-46A1-B44D-774E68468E13}"/>
          </ac:spMkLst>
        </pc:spChg>
        <pc:spChg chg="add">
          <ac:chgData name="Thompson, Richard (CDR)" userId="ea9d80a7-0b4f-47bf-b25d-fcf28bdd4bae" providerId="ADAL" clId="{8EC8E854-950D-4AF8-958D-4A2E0C79549A}" dt="2025-10-13T22:26:06.075" v="3038" actId="26606"/>
          <ac:spMkLst>
            <pc:docMk/>
            <pc:sldMk cId="3596469916" sldId="330"/>
            <ac:spMk id="1040" creationId="{BFF30785-305E-45D7-984F-5AA93D3CA561}"/>
          </ac:spMkLst>
        </pc:spChg>
        <pc:spChg chg="add">
          <ac:chgData name="Thompson, Richard (CDR)" userId="ea9d80a7-0b4f-47bf-b25d-fcf28bdd4bae" providerId="ADAL" clId="{8EC8E854-950D-4AF8-958D-4A2E0C79549A}" dt="2025-10-13T22:26:06.075" v="3038" actId="26606"/>
          <ac:spMkLst>
            <pc:docMk/>
            <pc:sldMk cId="3596469916" sldId="330"/>
            <ac:spMk id="1044" creationId="{42DD0C21-8FEE-4C18-8789-CC8ABE206FE6}"/>
          </ac:spMkLst>
        </pc:spChg>
        <pc:spChg chg="add">
          <ac:chgData name="Thompson, Richard (CDR)" userId="ea9d80a7-0b4f-47bf-b25d-fcf28bdd4bae" providerId="ADAL" clId="{8EC8E854-950D-4AF8-958D-4A2E0C79549A}" dt="2025-10-13T22:26:06.075" v="3038" actId="26606"/>
          <ac:spMkLst>
            <pc:docMk/>
            <pc:sldMk cId="3596469916" sldId="330"/>
            <ac:spMk id="1046" creationId="{A4B51757-7607-4CEA-A0EE-3C5BDC2C1CFB}"/>
          </ac:spMkLst>
        </pc:spChg>
        <pc:picChg chg="add mod">
          <ac:chgData name="Thompson, Richard (CDR)" userId="ea9d80a7-0b4f-47bf-b25d-fcf28bdd4bae" providerId="ADAL" clId="{8EC8E854-950D-4AF8-958D-4A2E0C79549A}" dt="2025-10-13T22:26:06.075" v="3038" actId="26606"/>
          <ac:picMkLst>
            <pc:docMk/>
            <pc:sldMk cId="3596469916" sldId="330"/>
            <ac:picMk id="4" creationId="{EC4D702E-F06A-1B99-6699-93EF151AB420}"/>
          </ac:picMkLst>
        </pc:picChg>
        <pc:cxnChg chg="add">
          <ac:chgData name="Thompson, Richard (CDR)" userId="ea9d80a7-0b4f-47bf-b25d-fcf28bdd4bae" providerId="ADAL" clId="{8EC8E854-950D-4AF8-958D-4A2E0C79549A}" dt="2025-10-13T22:26:06.075" v="3038" actId="26606"/>
          <ac:cxnSpMkLst>
            <pc:docMk/>
            <pc:sldMk cId="3596469916" sldId="330"/>
            <ac:cxnSpMk id="1042" creationId="{15E01FA5-D766-43CA-A83D-E7CF3F04E96F}"/>
          </ac:cxnSpMkLst>
        </pc:cxnChg>
        <pc:cxnChg chg="add">
          <ac:chgData name="Thompson, Richard (CDR)" userId="ea9d80a7-0b4f-47bf-b25d-fcf28bdd4bae" providerId="ADAL" clId="{8EC8E854-950D-4AF8-958D-4A2E0C79549A}" dt="2025-10-13T22:26:06.075" v="3038" actId="26606"/>
          <ac:cxnSpMkLst>
            <pc:docMk/>
            <pc:sldMk cId="3596469916" sldId="330"/>
            <ac:cxnSpMk id="1048" creationId="{FEF39256-F095-41C8-8707-6C1A665E8F2F}"/>
          </ac:cxnSpMkLst>
        </pc:cxnChg>
      </pc:sldChg>
      <pc:sldChg chg="addSp modSp new mod ord setBg">
        <pc:chgData name="Thompson, Richard (CDR)" userId="ea9d80a7-0b4f-47bf-b25d-fcf28bdd4bae" providerId="ADAL" clId="{8EC8E854-950D-4AF8-958D-4A2E0C79549A}" dt="2025-10-14T00:04:29.637" v="5381"/>
        <pc:sldMkLst>
          <pc:docMk/>
          <pc:sldMk cId="670207026" sldId="331"/>
        </pc:sldMkLst>
        <pc:spChg chg="mod">
          <ac:chgData name="Thompson, Richard (CDR)" userId="ea9d80a7-0b4f-47bf-b25d-fcf28bdd4bae" providerId="ADAL" clId="{8EC8E854-950D-4AF8-958D-4A2E0C79549A}" dt="2025-10-13T22:39:54.079" v="3087" actId="20577"/>
          <ac:spMkLst>
            <pc:docMk/>
            <pc:sldMk cId="670207026" sldId="331"/>
            <ac:spMk id="2" creationId="{0B933BBD-31EF-7F19-D26B-8EC4D18AD66E}"/>
          </ac:spMkLst>
        </pc:spChg>
        <pc:spChg chg="mod">
          <ac:chgData name="Thompson, Richard (CDR)" userId="ea9d80a7-0b4f-47bf-b25d-fcf28bdd4bae" providerId="ADAL" clId="{8EC8E854-950D-4AF8-958D-4A2E0C79549A}" dt="2025-10-13T22:40:30.970" v="3216" actId="403"/>
          <ac:spMkLst>
            <pc:docMk/>
            <pc:sldMk cId="670207026" sldId="331"/>
            <ac:spMk id="3" creationId="{53203377-D349-4E3E-EE61-C9BA057FD9AE}"/>
          </ac:spMkLst>
        </pc:spChg>
        <pc:picChg chg="add mod">
          <ac:chgData name="Thompson, Richard (CDR)" userId="ea9d80a7-0b4f-47bf-b25d-fcf28bdd4bae" providerId="ADAL" clId="{8EC8E854-950D-4AF8-958D-4A2E0C79549A}" dt="2025-10-13T22:39:25.739" v="3042" actId="26606"/>
          <ac:picMkLst>
            <pc:docMk/>
            <pc:sldMk cId="670207026" sldId="331"/>
            <ac:picMk id="5" creationId="{D80F5A55-2A33-2DE8-EF1E-5C03636A6DCD}"/>
          </ac:picMkLst>
        </pc:picChg>
      </pc:sldChg>
      <pc:sldChg chg="addSp delSp modSp new mod setBg">
        <pc:chgData name="Thompson, Richard (CDR)" userId="ea9d80a7-0b4f-47bf-b25d-fcf28bdd4bae" providerId="ADAL" clId="{8EC8E854-950D-4AF8-958D-4A2E0C79549A}" dt="2025-10-14T00:03:19.134" v="5377" actId="20577"/>
        <pc:sldMkLst>
          <pc:docMk/>
          <pc:sldMk cId="310211724" sldId="332"/>
        </pc:sldMkLst>
        <pc:spChg chg="mod">
          <ac:chgData name="Thompson, Richard (CDR)" userId="ea9d80a7-0b4f-47bf-b25d-fcf28bdd4bae" providerId="ADAL" clId="{8EC8E854-950D-4AF8-958D-4A2E0C79549A}" dt="2025-10-14T00:03:09.865" v="5362" actId="14100"/>
          <ac:spMkLst>
            <pc:docMk/>
            <pc:sldMk cId="310211724" sldId="332"/>
            <ac:spMk id="2" creationId="{336B10EF-D7BC-1B00-FF4A-FCA91974D8A7}"/>
          </ac:spMkLst>
        </pc:spChg>
        <pc:spChg chg="mod">
          <ac:chgData name="Thompson, Richard (CDR)" userId="ea9d80a7-0b4f-47bf-b25d-fcf28bdd4bae" providerId="ADAL" clId="{8EC8E854-950D-4AF8-958D-4A2E0C79549A}" dt="2025-10-14T00:03:19.134" v="5377" actId="20577"/>
          <ac:spMkLst>
            <pc:docMk/>
            <pc:sldMk cId="310211724" sldId="332"/>
            <ac:spMk id="3" creationId="{1544ACFC-BC17-3465-132A-FAF7CE3690E1}"/>
          </ac:spMkLst>
        </pc:spChg>
        <pc:picChg chg="add mod">
          <ac:chgData name="Thompson, Richard (CDR)" userId="ea9d80a7-0b4f-47bf-b25d-fcf28bdd4bae" providerId="ADAL" clId="{8EC8E854-950D-4AF8-958D-4A2E0C79549A}" dt="2025-10-14T00:01:40.348" v="5161" actId="26606"/>
          <ac:picMkLst>
            <pc:docMk/>
            <pc:sldMk cId="310211724" sldId="332"/>
            <ac:picMk id="7" creationId="{D793D87A-AA86-F09A-32F1-5550F4373D5E}"/>
          </ac:picMkLst>
        </pc:picChg>
      </pc:sldChg>
      <pc:sldChg chg="modSp new mod">
        <pc:chgData name="Thompson, Richard (CDR)" userId="ea9d80a7-0b4f-47bf-b25d-fcf28bdd4bae" providerId="ADAL" clId="{8EC8E854-950D-4AF8-958D-4A2E0C79549A}" dt="2025-10-24T19:02:08.846" v="5396" actId="20577"/>
        <pc:sldMkLst>
          <pc:docMk/>
          <pc:sldMk cId="3509461185" sldId="333"/>
        </pc:sldMkLst>
        <pc:spChg chg="mod">
          <ac:chgData name="Thompson, Richard (CDR)" userId="ea9d80a7-0b4f-47bf-b25d-fcf28bdd4bae" providerId="ADAL" clId="{8EC8E854-950D-4AF8-958D-4A2E0C79549A}" dt="2025-10-13T22:45:26.215" v="3227" actId="20577"/>
          <ac:spMkLst>
            <pc:docMk/>
            <pc:sldMk cId="3509461185" sldId="333"/>
            <ac:spMk id="2" creationId="{4F863151-202F-1548-005F-E327EB7C5F74}"/>
          </ac:spMkLst>
        </pc:spChg>
        <pc:spChg chg="mod">
          <ac:chgData name="Thompson, Richard (CDR)" userId="ea9d80a7-0b4f-47bf-b25d-fcf28bdd4bae" providerId="ADAL" clId="{8EC8E854-950D-4AF8-958D-4A2E0C79549A}" dt="2025-10-24T19:02:08.846" v="5396" actId="20577"/>
          <ac:spMkLst>
            <pc:docMk/>
            <pc:sldMk cId="3509461185" sldId="333"/>
            <ac:spMk id="3" creationId="{C5328C1A-A182-E340-7851-88C7D2499076}"/>
          </ac:spMkLst>
        </pc:spChg>
      </pc:sldChg>
      <pc:sldChg chg="modSp new mod">
        <pc:chgData name="Thompson, Richard (CDR)" userId="ea9d80a7-0b4f-47bf-b25d-fcf28bdd4bae" providerId="ADAL" clId="{8EC8E854-950D-4AF8-958D-4A2E0C79549A}" dt="2025-10-13T23:49:42.374" v="5016" actId="20577"/>
        <pc:sldMkLst>
          <pc:docMk/>
          <pc:sldMk cId="2391389720" sldId="334"/>
        </pc:sldMkLst>
        <pc:spChg chg="mod">
          <ac:chgData name="Thompson, Richard (CDR)" userId="ea9d80a7-0b4f-47bf-b25d-fcf28bdd4bae" providerId="ADAL" clId="{8EC8E854-950D-4AF8-958D-4A2E0C79549A}" dt="2025-10-13T23:22:18.357" v="3728" actId="20577"/>
          <ac:spMkLst>
            <pc:docMk/>
            <pc:sldMk cId="2391389720" sldId="334"/>
            <ac:spMk id="2" creationId="{F7D28058-5DA8-FDB7-9FB5-44D863F8A28B}"/>
          </ac:spMkLst>
        </pc:spChg>
        <pc:spChg chg="mod">
          <ac:chgData name="Thompson, Richard (CDR)" userId="ea9d80a7-0b4f-47bf-b25d-fcf28bdd4bae" providerId="ADAL" clId="{8EC8E854-950D-4AF8-958D-4A2E0C79549A}" dt="2025-10-13T23:49:42.374" v="5016" actId="20577"/>
          <ac:spMkLst>
            <pc:docMk/>
            <pc:sldMk cId="2391389720" sldId="334"/>
            <ac:spMk id="3" creationId="{81DAE9D7-24E1-9BF8-8289-E749EE6A517B}"/>
          </ac:spMkLst>
        </pc:spChg>
      </pc:sldChg>
      <pc:sldChg chg="modSp new mod">
        <pc:chgData name="Thompson, Richard (CDR)" userId="ea9d80a7-0b4f-47bf-b25d-fcf28bdd4bae" providerId="ADAL" clId="{8EC8E854-950D-4AF8-958D-4A2E0C79549A}" dt="2025-10-23T14:43:11.720" v="5392" actId="20577"/>
        <pc:sldMkLst>
          <pc:docMk/>
          <pc:sldMk cId="3461271191" sldId="335"/>
        </pc:sldMkLst>
        <pc:spChg chg="mod">
          <ac:chgData name="Thompson, Richard (CDR)" userId="ea9d80a7-0b4f-47bf-b25d-fcf28bdd4bae" providerId="ADAL" clId="{8EC8E854-950D-4AF8-958D-4A2E0C79549A}" dt="2025-10-13T23:46:46.758" v="4836" actId="20577"/>
          <ac:spMkLst>
            <pc:docMk/>
            <pc:sldMk cId="3461271191" sldId="335"/>
            <ac:spMk id="2" creationId="{4CD62430-DF9D-C2FF-80C8-973251FD8BD1}"/>
          </ac:spMkLst>
        </pc:spChg>
        <pc:spChg chg="mod">
          <ac:chgData name="Thompson, Richard (CDR)" userId="ea9d80a7-0b4f-47bf-b25d-fcf28bdd4bae" providerId="ADAL" clId="{8EC8E854-950D-4AF8-958D-4A2E0C79549A}" dt="2025-10-23T14:43:11.720" v="5392" actId="20577"/>
          <ac:spMkLst>
            <pc:docMk/>
            <pc:sldMk cId="3461271191" sldId="335"/>
            <ac:spMk id="3" creationId="{D3C489D1-9DD2-906C-51FA-708FE6AD04E6}"/>
          </ac:spMkLst>
        </pc:spChg>
      </pc:sldChg>
    </pc:docChg>
  </pc:docChgLst>
  <pc:docChgLst>
    <pc:chgData name="Escalera, David (LT)" userId="S::david.escalera@nps.edu::adb55af1-4658-496f-8be4-615c684310b9" providerId="AD" clId="Web-{FC206856-A9D8-6D74-5B54-814F61329930}"/>
    <pc:docChg chg="addSld delSld">
      <pc:chgData name="Escalera, David (LT)" userId="S::david.escalera@nps.edu::adb55af1-4658-496f-8be4-615c684310b9" providerId="AD" clId="Web-{FC206856-A9D8-6D74-5B54-814F61329930}" dt="2025-10-29T01:57:00.832" v="1"/>
      <pc:docMkLst>
        <pc:docMk/>
      </pc:docMkLst>
      <pc:sldChg chg="add del">
        <pc:chgData name="Escalera, David (LT)" userId="S::david.escalera@nps.edu::adb55af1-4658-496f-8be4-615c684310b9" providerId="AD" clId="Web-{FC206856-A9D8-6D74-5B54-814F61329930}" dt="2025-10-29T01:57:00.832" v="1"/>
        <pc:sldMkLst>
          <pc:docMk/>
          <pc:sldMk cId="1755204054" sldId="3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AF1C1-24B3-4FF0-AAC0-7C871395904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582C7-F5D5-4942-8C19-48C85F3E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36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enum’s</a:t>
            </a:r>
            <a:r>
              <a:rPr lang="en-US"/>
              <a:t> in C++ are equivalent to numbers. By default it starts at 0 and increments by 1. Here it starts at 1, and increments to 4.</a:t>
            </a:r>
          </a:p>
          <a:p>
            <a:endParaRPr lang="en-US"/>
          </a:p>
          <a:p>
            <a:r>
              <a:rPr lang="en-US"/>
              <a:t>DOG = 1</a:t>
            </a:r>
          </a:p>
          <a:p>
            <a:r>
              <a:rPr lang="en-US"/>
              <a:t>CAT = 2</a:t>
            </a:r>
          </a:p>
          <a:p>
            <a:r>
              <a:rPr lang="en-US"/>
              <a:t>BIRD = 3</a:t>
            </a:r>
          </a:p>
          <a:p>
            <a:r>
              <a:rPr lang="en-US"/>
              <a:t>FISH =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582C7-F5D5-4942-8C19-48C85F3E10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37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BE7C7-764B-C6FA-FC1D-84710F294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67008-D82F-A905-5EB5-A6B1FCD7C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DB527-B211-A743-C92A-326271EEC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enum’s</a:t>
            </a:r>
            <a:r>
              <a:rPr lang="en-US"/>
              <a:t> in C++ are equivalent to numbers. By default it starts at 0 and increments by 1. Here it starts at 1, and increments to 4.</a:t>
            </a:r>
          </a:p>
          <a:p>
            <a:endParaRPr lang="en-US"/>
          </a:p>
          <a:p>
            <a:r>
              <a:rPr lang="en-US"/>
              <a:t>DOG = 1</a:t>
            </a:r>
          </a:p>
          <a:p>
            <a:r>
              <a:rPr lang="en-US"/>
              <a:t>CAT = 2</a:t>
            </a:r>
          </a:p>
          <a:p>
            <a:r>
              <a:rPr lang="en-US"/>
              <a:t>BIRD = 3</a:t>
            </a:r>
          </a:p>
          <a:p>
            <a:r>
              <a:rPr lang="en-US"/>
              <a:t>FISH =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FAFCB-B8EB-20F2-AEBE-EE7557EF1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582C7-F5D5-4942-8C19-48C85F3E10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68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37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0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27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2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0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3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3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3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443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9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79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5748868-3559-47B0-B55B-FAE1188853E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82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epachamo/CS3022_labs/tree/mai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richard.thompson@nps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0A62A-81FF-EE34-686D-981BFF0D9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tx1">
                    <a:alpha val="80000"/>
                  </a:schemeClr>
                </a:solidFill>
              </a:rPr>
              <a:t>Guess who’s fault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058473E-AC07-A53E-ADD8-9958F52E41BB}"/>
              </a:ext>
            </a:extLst>
          </p:cNvPr>
          <p:cNvSpPr txBox="1"/>
          <p:nvPr/>
        </p:nvSpPr>
        <p:spPr>
          <a:xfrm>
            <a:off x="8365185" y="2448683"/>
            <a:ext cx="36989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/>
              <a:t>"</a:t>
            </a:r>
            <a:r>
              <a:rPr lang="en-US"/>
              <a:t>Every act of creation is first an act of destruction</a:t>
            </a:r>
            <a:r>
              <a:rPr lang="en-US" i="1"/>
              <a:t>”</a:t>
            </a:r>
          </a:p>
          <a:p>
            <a:endParaRPr lang="en-US"/>
          </a:p>
          <a:p>
            <a:r>
              <a:rPr lang="en-US"/>
              <a:t>		    - Pablo Picasso</a:t>
            </a:r>
          </a:p>
        </p:txBody>
      </p:sp>
    </p:spTree>
    <p:extLst>
      <p:ext uri="{BB962C8B-B14F-4D97-AF65-F5344CB8AC3E}">
        <p14:creationId xmlns:p14="http://schemas.microsoft.com/office/powerpoint/2010/main" val="196479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48528A6-3CE9-13B5-865A-819E73497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3789679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Setup </a:t>
            </a:r>
            <a:r>
              <a:rPr lang="en-US" kern="1200" cap="all" spc="200" baseline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c++</a:t>
            </a:r>
            <a:b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Windows</a:t>
            </a: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6D18C07-B1F9-42F0-8956-B88FC37A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13AE33-0017-EC18-9D2D-746CD1F29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88" y="632305"/>
            <a:ext cx="4381880" cy="3581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F74133-190F-4828-8796-B37BA0174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457" y="1049802"/>
            <a:ext cx="5052498" cy="51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04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3FB82-3414-ECEA-1D27-B097BBD6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DA351C6-4307-74B4-CAB2-98CEB85ED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Oval 5">
            <a:extLst>
              <a:ext uri="{FF2B5EF4-FFF2-40B4-BE49-F238E27FC236}">
                <a16:creationId xmlns:a16="http://schemas.microsoft.com/office/drawing/2014/main" id="{AD2A15D8-C053-1B71-9A6E-8A2591E68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D3917F1-8176-DD76-FFB1-CFF52F7F2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496C557-E59C-E34D-B48C-2A38772C4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3789679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Setup c++</a:t>
            </a:r>
            <a:b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Windows</a:t>
            </a: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F598E90-AF23-CD3E-5BE5-744554999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B5E0A-507E-2A05-1C90-BBD1B8FB0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892" y="1320742"/>
            <a:ext cx="4995134" cy="210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73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3687B-2862-FFAB-F52B-5A33BD49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C8E0C096-E513-1BE2-048A-30E6AB7F4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Oval 5">
            <a:extLst>
              <a:ext uri="{FF2B5EF4-FFF2-40B4-BE49-F238E27FC236}">
                <a16:creationId xmlns:a16="http://schemas.microsoft.com/office/drawing/2014/main" id="{DFB7E625-24C2-E923-C53A-6C93CCEBC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C499F7-F29E-806E-4306-CA60705F9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05D63FC-AA78-7A51-6E1F-D93CDE144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Setup c++</a:t>
            </a:r>
            <a:b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Mac</a:t>
            </a: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A88C183-541D-A68F-C477-BE041C069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4D76F-120E-2921-C623-270F4736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482828"/>
            <a:ext cx="9496271" cy="401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835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7BEEE-BD9A-676B-C79C-D4C82832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50E6AAB-5613-7A78-DE34-B27360811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Oval 5">
            <a:extLst>
              <a:ext uri="{FF2B5EF4-FFF2-40B4-BE49-F238E27FC236}">
                <a16:creationId xmlns:a16="http://schemas.microsoft.com/office/drawing/2014/main" id="{8F4C2CCA-C050-51FC-9A8B-49C57F564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4B2BA9C-1B07-E6AC-1851-CD2AE924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6A56C7-C629-CA9D-39ED-DFA6A0CF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Setup c++</a:t>
            </a:r>
            <a:b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Linux</a:t>
            </a: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E54A48A-AC7C-11B5-BBF2-99273565F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DD20A-CFCF-EFDF-6013-1D34E26AC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481" y="358172"/>
            <a:ext cx="6289237" cy="455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082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A4C9-69DA-661D-DD82-41BA3AA5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Animal guessing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7F76C-13B6-4508-5BD1-E0C96AC03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132" y="1881877"/>
            <a:ext cx="6869084" cy="466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3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10EF-D7BC-1B00-FF4A-FCA91974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071872" cy="1499616"/>
          </a:xfrm>
        </p:spPr>
        <p:txBody>
          <a:bodyPr>
            <a:normAutofit/>
          </a:bodyPr>
          <a:lstStyle/>
          <a:p>
            <a:r>
              <a:rPr lang="en-US" sz="4000"/>
              <a:t>Working with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ACFC-BC17-3465-132A-FAF7CE369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133580" cy="3931920"/>
          </a:xfrm>
        </p:spPr>
        <p:txBody>
          <a:bodyPr>
            <a:normAutofit lnSpcReduction="10000"/>
          </a:bodyPr>
          <a:lstStyle/>
          <a:p>
            <a:r>
              <a:rPr lang="en-US" sz="1600"/>
              <a:t>* Fork C++ code for this project at:</a:t>
            </a:r>
            <a:br>
              <a:rPr lang="en-US" sz="1600"/>
            </a:br>
            <a:br>
              <a:rPr lang="en-US" sz="1600"/>
            </a:br>
            <a:r>
              <a:rPr lang="en-US" sz="1600">
                <a:hlinkClick r:id="rId2"/>
              </a:rPr>
              <a:t>https://github.com/epachamo/CS3022_labs/tree/main</a:t>
            </a:r>
            <a:endParaRPr lang="en-US" sz="1600"/>
          </a:p>
          <a:p>
            <a:endParaRPr lang="en-US" sz="1600"/>
          </a:p>
          <a:p>
            <a:r>
              <a:rPr lang="en-US" sz="1600"/>
              <a:t>* Do a git clone from YOUR repository to your local machine.</a:t>
            </a:r>
          </a:p>
          <a:p>
            <a:endParaRPr lang="en-US" sz="1600"/>
          </a:p>
          <a:p>
            <a:r>
              <a:rPr lang="en-US" sz="1600"/>
              <a:t>*  Do the lab.</a:t>
            </a:r>
          </a:p>
          <a:p>
            <a:r>
              <a:rPr lang="en-US" sz="1600"/>
              <a:t>* Commit your changes</a:t>
            </a:r>
          </a:p>
          <a:p>
            <a:r>
              <a:rPr lang="en-US" sz="1600"/>
              <a:t>* Do a pull request</a:t>
            </a:r>
          </a:p>
          <a:p>
            <a:r>
              <a:rPr lang="en-US" sz="1600"/>
              <a:t>* Merge your changes to YOUR repository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3D87A-AA86-F09A-32F1-5550F4373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342" y="1995262"/>
            <a:ext cx="6909577" cy="28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1A9B9E1-AE3D-4F69-9670-71C92ED1B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4E89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FC85E-6609-054E-90EB-1A8715A3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Notable code sections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3234ED8A-BEE3-4F34-B45B-731E1E292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C46946E-E4D2-61F8-443A-C9D6B5CF2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40724"/>
            <a:ext cx="5904081" cy="3822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67FAA8-DB2D-15E0-391D-2B02521C87A5}"/>
              </a:ext>
            </a:extLst>
          </p:cNvPr>
          <p:cNvSpPr txBox="1"/>
          <p:nvPr/>
        </p:nvSpPr>
        <p:spPr>
          <a:xfrm>
            <a:off x="5825423" y="317042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/>
              <a:t>enum’s</a:t>
            </a:r>
            <a:r>
              <a:rPr lang="en-US"/>
              <a:t> in C++ are equivalent to numbers. By default it starts at 0 and increments by 1. Here it starts at 1, and increments to 4.</a:t>
            </a:r>
          </a:p>
          <a:p>
            <a:endParaRPr lang="en-US"/>
          </a:p>
          <a:p>
            <a:r>
              <a:rPr lang="en-US"/>
              <a:t>DOG = 1</a:t>
            </a:r>
          </a:p>
          <a:p>
            <a:r>
              <a:rPr lang="en-US"/>
              <a:t>CAT = 2</a:t>
            </a:r>
          </a:p>
          <a:p>
            <a:r>
              <a:rPr lang="en-US"/>
              <a:t>BIRD = 3</a:t>
            </a:r>
          </a:p>
          <a:p>
            <a:r>
              <a:rPr lang="en-US"/>
              <a:t>FISH = 4</a:t>
            </a:r>
          </a:p>
        </p:txBody>
      </p:sp>
    </p:spTree>
    <p:extLst>
      <p:ext uri="{BB962C8B-B14F-4D97-AF65-F5344CB8AC3E}">
        <p14:creationId xmlns:p14="http://schemas.microsoft.com/office/powerpoint/2010/main" val="3461375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AA827-7814-3FB6-40A0-1A02F6EB3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1DF89-5336-8443-C661-0E779F7F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Notable code sections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D702E-F06A-1B99-6699-93EF151AB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80" y="640080"/>
            <a:ext cx="10414035" cy="3306457"/>
          </a:xfrm>
          <a:prstGeom prst="rect">
            <a:avLst/>
          </a:prstGeom>
        </p:spPr>
      </p:pic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06507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469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33BBD-31EF-7F19-D26B-8EC4D18A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/>
          </a:bodyPr>
          <a:lstStyle/>
          <a:p>
            <a:r>
              <a:rPr lang="en-US" sz="4000"/>
              <a:t>Creation   /</a:t>
            </a:r>
            <a:br>
              <a:rPr lang="en-US" sz="4000"/>
            </a:br>
            <a:r>
              <a:rPr lang="en-US" sz="4000"/>
              <a:t>destruction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03377-D349-4E3E-EE61-C9BA057FD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133580" cy="3931920"/>
          </a:xfrm>
        </p:spPr>
        <p:txBody>
          <a:bodyPr>
            <a:normAutofit/>
          </a:bodyPr>
          <a:lstStyle/>
          <a:p>
            <a:r>
              <a:rPr lang="en-US" sz="2400"/>
              <a:t>What is created on the heap, must be destroyed. C++ is not a managed language. </a:t>
            </a:r>
            <a:r>
              <a:rPr lang="en-US" sz="2400" b="1">
                <a:solidFill>
                  <a:srgbClr val="FF0000"/>
                </a:solidFill>
              </a:rPr>
              <a:t>There is no automated garbage collection.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F5A55-2A33-2DE8-EF1E-5C03636A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42" y="863820"/>
            <a:ext cx="6909577" cy="513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07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8058-5DA8-FDB7-9FB5-44D863F8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There are subtle errors in this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AE9D7-24E1-9BF8-8289-E749EE6A5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* I injected three errors into this code. Find the three errors and fix them.</a:t>
            </a:r>
          </a:p>
          <a:p>
            <a:r>
              <a:rPr lang="en-US"/>
              <a:t>* Add validation code, to check if the user enters something other than 0, 1, 2, 3 or 4.</a:t>
            </a:r>
          </a:p>
          <a:p>
            <a:r>
              <a:rPr lang="en-US"/>
              <a:t>* Answer the questions.</a:t>
            </a:r>
          </a:p>
        </p:txBody>
      </p:sp>
    </p:spTree>
    <p:extLst>
      <p:ext uri="{BB962C8B-B14F-4D97-AF65-F5344CB8AC3E}">
        <p14:creationId xmlns:p14="http://schemas.microsoft.com/office/powerpoint/2010/main" val="239138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3151-202F-1548-005F-E327EB7C5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28C1A-A182-E340-7851-88C7D2499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/>
              <a:t>#0</a:t>
            </a:r>
            <a:r>
              <a:rPr lang="en-US"/>
              <a:t> – What are the three errors?</a:t>
            </a:r>
            <a:endParaRPr lang="en-US" b="1"/>
          </a:p>
          <a:p>
            <a:pPr marL="0" indent="0">
              <a:buNone/>
            </a:pPr>
            <a:r>
              <a:rPr lang="en-US" b="1"/>
              <a:t>#1</a:t>
            </a:r>
            <a:r>
              <a:rPr lang="en-US"/>
              <a:t> – When </a:t>
            </a:r>
            <a:r>
              <a:rPr lang="en-US" err="1"/>
              <a:t>mysteryAnimal</a:t>
            </a:r>
            <a:r>
              <a:rPr lang="en-US"/>
              <a:t> is declared, the next instruction prints out: “The animal is initialized to: …” It is never initialized to a variable. Why does this not crash?? What is it being initialized to??</a:t>
            </a:r>
          </a:p>
          <a:p>
            <a:pPr marL="0" indent="0">
              <a:buNone/>
            </a:pPr>
            <a:r>
              <a:rPr lang="en-US" b="1"/>
              <a:t>#2</a:t>
            </a:r>
            <a:r>
              <a:rPr lang="en-US"/>
              <a:t> – Why is your program crashing on this line: “std::</a:t>
            </a:r>
            <a:r>
              <a:rPr lang="en-US" err="1"/>
              <a:t>cout</a:t>
            </a:r>
            <a:r>
              <a:rPr lang="en-US"/>
              <a:t> &lt;&lt; "The animal should </a:t>
            </a:r>
            <a:r>
              <a:rPr lang="en-US" err="1"/>
              <a:t>initally</a:t>
            </a:r>
            <a:r>
              <a:rPr lang="en-US"/>
              <a:t> be nothing:…”?</a:t>
            </a:r>
          </a:p>
          <a:p>
            <a:pPr marL="0" indent="0">
              <a:buNone/>
            </a:pPr>
            <a:r>
              <a:rPr lang="en-US" b="1"/>
              <a:t>#3</a:t>
            </a:r>
            <a:r>
              <a:rPr lang="en-US"/>
              <a:t> – Run the program for 3 different guesses. On each guess, print out:</a:t>
            </a:r>
          </a:p>
          <a:p>
            <a:r>
              <a:rPr lang="en-US"/>
              <a:t>- The address of the </a:t>
            </a:r>
            <a:r>
              <a:rPr lang="en-US" err="1"/>
              <a:t>mysteryAnimal</a:t>
            </a:r>
            <a:r>
              <a:rPr lang="en-US"/>
              <a:t> pointer</a:t>
            </a:r>
          </a:p>
          <a:p>
            <a:r>
              <a:rPr lang="en-US"/>
              <a:t>- The address where the pointer is pointing</a:t>
            </a:r>
          </a:p>
          <a:p>
            <a:r>
              <a:rPr lang="en-US"/>
              <a:t>- The value located at the address where the pointer is pointing.</a:t>
            </a:r>
          </a:p>
          <a:p>
            <a:r>
              <a:rPr lang="en-US"/>
              <a:t>- Draw a picture diagraming each of these memory locations with their values.</a:t>
            </a:r>
          </a:p>
          <a:p>
            <a:r>
              <a:rPr lang="en-US"/>
              <a:t>- Is the stack growing from the bottom (0x0000….) or the top (0xFFFFF…) of memory?</a:t>
            </a:r>
          </a:p>
          <a:p>
            <a:pPr marL="0" indent="0">
              <a:buNone/>
            </a:pPr>
            <a:r>
              <a:rPr lang="en-US" b="1"/>
              <a:t>#4 - </a:t>
            </a:r>
            <a:r>
              <a:rPr lang="en-US"/>
              <a:t>Relative to the stack and heap, where is the </a:t>
            </a:r>
            <a:r>
              <a:rPr lang="en-US" err="1"/>
              <a:t>staticWelcomeMessage</a:t>
            </a:r>
            <a:r>
              <a:rPr lang="en-US"/>
              <a:t> located? What is its address? Add it to the diagram.</a:t>
            </a:r>
          </a:p>
        </p:txBody>
      </p:sp>
    </p:spTree>
    <p:extLst>
      <p:ext uri="{BB962C8B-B14F-4D97-AF65-F5344CB8AC3E}">
        <p14:creationId xmlns:p14="http://schemas.microsoft.com/office/powerpoint/2010/main" val="3509461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62430-DF9D-C2FF-80C8-973251FD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489D1-9DD2-906C-51FA-708FE6AD0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*  e-mail </a:t>
            </a:r>
            <a:r>
              <a:rPr lang="en-US">
                <a:hlinkClick r:id="rId2"/>
              </a:rPr>
              <a:t>richard.thompson@nps.edu</a:t>
            </a:r>
            <a:r>
              <a:rPr lang="en-US"/>
              <a:t> </a:t>
            </a:r>
          </a:p>
          <a:p>
            <a:r>
              <a:rPr lang="en-US"/>
              <a:t>* A link to your </a:t>
            </a:r>
            <a:r>
              <a:rPr lang="en-US" err="1"/>
              <a:t>github</a:t>
            </a:r>
            <a:r>
              <a:rPr lang="en-US"/>
              <a:t> repository with the fixed code.</a:t>
            </a:r>
          </a:p>
          <a:p>
            <a:r>
              <a:rPr lang="en-US"/>
              <a:t>* Answers to the questions (including the diagram).</a:t>
            </a:r>
          </a:p>
        </p:txBody>
      </p:sp>
    </p:spTree>
    <p:extLst>
      <p:ext uri="{BB962C8B-B14F-4D97-AF65-F5344CB8AC3E}">
        <p14:creationId xmlns:p14="http://schemas.microsoft.com/office/powerpoint/2010/main" val="34612711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899E978EDF93408B1F02CFF5CC7683" ma:contentTypeVersion="3" ma:contentTypeDescription="Create a new document." ma:contentTypeScope="" ma:versionID="0560f8a420aa8acc7d5f5aeab84ecd60">
  <xsd:schema xmlns:xsd="http://www.w3.org/2001/XMLSchema" xmlns:xs="http://www.w3.org/2001/XMLSchema" xmlns:p="http://schemas.microsoft.com/office/2006/metadata/properties" xmlns:ns2="177da464-c360-4e1f-8bc1-74dc22d0f67c" targetNamespace="http://schemas.microsoft.com/office/2006/metadata/properties" ma:root="true" ma:fieldsID="ce5bc7923183a6968c414bb1dd28e563" ns2:_="">
    <xsd:import namespace="177da464-c360-4e1f-8bc1-74dc22d0f6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7da464-c360-4e1f-8bc1-74dc22d0f6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78F416-8A21-4CC9-8E6C-C10BAC36BB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7da464-c360-4e1f-8bc1-74dc22d0f6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516CBC-83EE-4CA4-BE57-19914B8D103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19C77C5-1843-4DA1-BC4B-5EB0F030DF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Application>Microsoft Office PowerPoint</Application>
  <PresentationFormat>Widescreen</PresentationFormat>
  <Slides>13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Integral</vt:lpstr>
      <vt:lpstr>Guess who’s fault</vt:lpstr>
      <vt:lpstr>Setup c++ Windows</vt:lpstr>
      <vt:lpstr>Setup c++ Windows</vt:lpstr>
      <vt:lpstr>Setup c++ Mac</vt:lpstr>
      <vt:lpstr>Setup c++ Linux</vt:lpstr>
      <vt:lpstr>Animal guessing game</vt:lpstr>
      <vt:lpstr>Working with GIT</vt:lpstr>
      <vt:lpstr>Notable code sections</vt:lpstr>
      <vt:lpstr>Notable code sections</vt:lpstr>
      <vt:lpstr>Creation   / destruction</vt:lpstr>
      <vt:lpstr>There are subtle errors in this code </vt:lpstr>
      <vt:lpstr>questions</vt:lpstr>
      <vt:lpstr>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Richard (CDR)</dc:creator>
  <cp:revision>5</cp:revision>
  <dcterms:created xsi:type="dcterms:W3CDTF">2025-09-10T21:22:54Z</dcterms:created>
  <dcterms:modified xsi:type="dcterms:W3CDTF">2025-10-29T01:57:04Z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2025-09-10T21:23:03Z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1655545c-d5d2-40da-a934-f2e3fef6de36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0x010100D4899E978EDF93408B1F02CFF5CC7683</vt:lpwstr>
  </property>
  <property fmtid="{D5CDD505-2E9C-101B-9397-08002B2CF9AE}" pid="11" name="ComplianceAssetId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