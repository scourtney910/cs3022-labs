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336" r:id="rId6"/>
    <p:sldId id="337" r:id="rId7"/>
    <p:sldId id="338" r:id="rId8"/>
    <p:sldId id="342" r:id="rId9"/>
    <p:sldId id="339" r:id="rId10"/>
    <p:sldId id="341" r:id="rId11"/>
    <p:sldId id="34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1E60CA-455D-0D74-7DB7-7A6DCAD9A0C6}" v="4" dt="2025-11-10T20:34:21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Richard (CDR)" userId="ea9d80a7-0b4f-47bf-b25d-fcf28bdd4bae" providerId="ADAL" clId="{8EC8E854-950D-4AF8-958D-4A2E0C79549A}"/>
    <pc:docChg chg="undo redo custSel mod addSld delSld modSld sldOrd">
      <pc:chgData name="Thompson, Richard (CDR)" userId="ea9d80a7-0b4f-47bf-b25d-fcf28bdd4bae" providerId="ADAL" clId="{8EC8E854-950D-4AF8-958D-4A2E0C79549A}" dt="2025-10-30T15:33:11.479" v="7532" actId="20577"/>
      <pc:docMkLst>
        <pc:docMk/>
      </pc:docMkLst>
      <pc:sldChg chg="addSp modSp new mod">
        <pc:chgData name="Thompson, Richard (CDR)" userId="ea9d80a7-0b4f-47bf-b25d-fcf28bdd4bae" providerId="ADAL" clId="{8EC8E854-950D-4AF8-958D-4A2E0C79549A}" dt="2025-10-20T22:28:39.144" v="5415" actId="1076"/>
        <pc:sldMkLst>
          <pc:docMk/>
          <pc:sldMk cId="1964792074" sldId="256"/>
        </pc:sldMkLst>
        <pc:spChg chg="mod">
          <ac:chgData name="Thompson, Richard (CDR)" userId="ea9d80a7-0b4f-47bf-b25d-fcf28bdd4bae" providerId="ADAL" clId="{8EC8E854-950D-4AF8-958D-4A2E0C79549A}" dt="2025-10-20T22:24:43.485" v="5395" actId="20577"/>
          <ac:spMkLst>
            <pc:docMk/>
            <pc:sldMk cId="1964792074" sldId="256"/>
            <ac:spMk id="2" creationId="{EA80A62A-81FF-EE34-686D-981BFF0D99C4}"/>
          </ac:spMkLst>
        </pc:spChg>
        <pc:spChg chg="mod">
          <ac:chgData name="Thompson, Richard (CDR)" userId="ea9d80a7-0b4f-47bf-b25d-fcf28bdd4bae" providerId="ADAL" clId="{8EC8E854-950D-4AF8-958D-4A2E0C79549A}" dt="2025-10-20T22:28:12.984" v="5413" actId="20577"/>
          <ac:spMkLst>
            <pc:docMk/>
            <pc:sldMk cId="1964792074" sldId="256"/>
            <ac:spMk id="11" creationId="{5058473E-AC07-A53E-ADD8-9958F52E41BB}"/>
          </ac:spMkLst>
        </pc:spChg>
        <pc:picChg chg="add mod">
          <ac:chgData name="Thompson, Richard (CDR)" userId="ea9d80a7-0b4f-47bf-b25d-fcf28bdd4bae" providerId="ADAL" clId="{8EC8E854-950D-4AF8-958D-4A2E0C79549A}" dt="2025-10-20T22:28:39.144" v="5415" actId="1076"/>
          <ac:picMkLst>
            <pc:docMk/>
            <pc:sldMk cId="1964792074" sldId="256"/>
            <ac:picMk id="1026" creationId="{D332FB5A-BEDF-45D9-2253-63B7ACFD1B42}"/>
          </ac:picMkLst>
        </pc:picChg>
      </pc:sldChg>
      <pc:sldChg chg="modSp new mod ord">
        <pc:chgData name="Thompson, Richard (CDR)" userId="ea9d80a7-0b4f-47bf-b25d-fcf28bdd4bae" providerId="ADAL" clId="{8EC8E854-950D-4AF8-958D-4A2E0C79549A}" dt="2025-10-30T15:33:11.479" v="7532" actId="20577"/>
        <pc:sldMkLst>
          <pc:docMk/>
          <pc:sldMk cId="1701290887" sldId="336"/>
        </pc:sldMkLst>
        <pc:spChg chg="mod">
          <ac:chgData name="Thompson, Richard (CDR)" userId="ea9d80a7-0b4f-47bf-b25d-fcf28bdd4bae" providerId="ADAL" clId="{8EC8E854-950D-4AF8-958D-4A2E0C79549A}" dt="2025-10-21T00:28:19.496" v="5504" actId="20577"/>
          <ac:spMkLst>
            <pc:docMk/>
            <pc:sldMk cId="1701290887" sldId="336"/>
            <ac:spMk id="2" creationId="{3C3BFA2C-5B2D-EDD8-B6E4-559BF33430B6}"/>
          </ac:spMkLst>
        </pc:spChg>
        <pc:spChg chg="mod">
          <ac:chgData name="Thompson, Richard (CDR)" userId="ea9d80a7-0b4f-47bf-b25d-fcf28bdd4bae" providerId="ADAL" clId="{8EC8E854-950D-4AF8-958D-4A2E0C79549A}" dt="2025-10-30T15:33:11.479" v="7532" actId="20577"/>
          <ac:spMkLst>
            <pc:docMk/>
            <pc:sldMk cId="1701290887" sldId="336"/>
            <ac:spMk id="3" creationId="{93250C1A-0EF8-9A32-E2FC-1F3B99C82FE9}"/>
          </ac:spMkLst>
        </pc:spChg>
      </pc:sldChg>
      <pc:sldChg chg="addSp delSp modSp new mod setBg">
        <pc:chgData name="Thompson, Richard (CDR)" userId="ea9d80a7-0b4f-47bf-b25d-fcf28bdd4bae" providerId="ADAL" clId="{8EC8E854-950D-4AF8-958D-4A2E0C79549A}" dt="2025-10-21T00:44:10.614" v="5891" actId="26606"/>
        <pc:sldMkLst>
          <pc:docMk/>
          <pc:sldMk cId="3145387005" sldId="337"/>
        </pc:sldMkLst>
        <pc:spChg chg="mod">
          <ac:chgData name="Thompson, Richard (CDR)" userId="ea9d80a7-0b4f-47bf-b25d-fcf28bdd4bae" providerId="ADAL" clId="{8EC8E854-950D-4AF8-958D-4A2E0C79549A}" dt="2025-10-21T00:44:10.614" v="5891" actId="26606"/>
          <ac:spMkLst>
            <pc:docMk/>
            <pc:sldMk cId="3145387005" sldId="337"/>
            <ac:spMk id="2" creationId="{811E9585-A643-104B-74B2-D39CFBCF1162}"/>
          </ac:spMkLst>
        </pc:spChg>
        <pc:spChg chg="add">
          <ac:chgData name="Thompson, Richard (CDR)" userId="ea9d80a7-0b4f-47bf-b25d-fcf28bdd4bae" providerId="ADAL" clId="{8EC8E854-950D-4AF8-958D-4A2E0C79549A}" dt="2025-10-21T00:44:10.614" v="5891" actId="26606"/>
          <ac:spMkLst>
            <pc:docMk/>
            <pc:sldMk cId="3145387005" sldId="337"/>
            <ac:spMk id="1031" creationId="{3A8EC506-B1DA-46A1-B44D-774E68468E13}"/>
          </ac:spMkLst>
        </pc:spChg>
        <pc:spChg chg="add">
          <ac:chgData name="Thompson, Richard (CDR)" userId="ea9d80a7-0b4f-47bf-b25d-fcf28bdd4bae" providerId="ADAL" clId="{8EC8E854-950D-4AF8-958D-4A2E0C79549A}" dt="2025-10-21T00:44:10.614" v="5891" actId="26606"/>
          <ac:spMkLst>
            <pc:docMk/>
            <pc:sldMk cId="3145387005" sldId="337"/>
            <ac:spMk id="1033" creationId="{BFF30785-305E-45D7-984F-5AA93D3CA561}"/>
          </ac:spMkLst>
        </pc:spChg>
        <pc:spChg chg="add">
          <ac:chgData name="Thompson, Richard (CDR)" userId="ea9d80a7-0b4f-47bf-b25d-fcf28bdd4bae" providerId="ADAL" clId="{8EC8E854-950D-4AF8-958D-4A2E0C79549A}" dt="2025-10-21T00:44:10.614" v="5891" actId="26606"/>
          <ac:spMkLst>
            <pc:docMk/>
            <pc:sldMk cId="3145387005" sldId="337"/>
            <ac:spMk id="1037" creationId="{C6D18C07-B1F9-42F0-8956-B88FC37A674C}"/>
          </ac:spMkLst>
        </pc:spChg>
        <pc:picChg chg="add mod">
          <ac:chgData name="Thompson, Richard (CDR)" userId="ea9d80a7-0b4f-47bf-b25d-fcf28bdd4bae" providerId="ADAL" clId="{8EC8E854-950D-4AF8-958D-4A2E0C79549A}" dt="2025-10-21T00:44:10.614" v="5891" actId="26606"/>
          <ac:picMkLst>
            <pc:docMk/>
            <pc:sldMk cId="3145387005" sldId="337"/>
            <ac:picMk id="1026" creationId="{8A3C3210-D005-B08E-E814-7B3F1DC27E27}"/>
          </ac:picMkLst>
        </pc:picChg>
        <pc:cxnChg chg="add">
          <ac:chgData name="Thompson, Richard (CDR)" userId="ea9d80a7-0b4f-47bf-b25d-fcf28bdd4bae" providerId="ADAL" clId="{8EC8E854-950D-4AF8-958D-4A2E0C79549A}" dt="2025-10-21T00:44:10.614" v="5891" actId="26606"/>
          <ac:cxnSpMkLst>
            <pc:docMk/>
            <pc:sldMk cId="3145387005" sldId="337"/>
            <ac:cxnSpMk id="1035" creationId="{15E01FA5-D766-43CA-A83D-E7CF3F04E96F}"/>
          </ac:cxnSpMkLst>
        </pc:cxnChg>
      </pc:sldChg>
      <pc:sldChg chg="modSp new mod">
        <pc:chgData name="Thompson, Richard (CDR)" userId="ea9d80a7-0b4f-47bf-b25d-fcf28bdd4bae" providerId="ADAL" clId="{8EC8E854-950D-4AF8-958D-4A2E0C79549A}" dt="2025-10-21T00:48:27.642" v="6298" actId="404"/>
        <pc:sldMkLst>
          <pc:docMk/>
          <pc:sldMk cId="954470473" sldId="338"/>
        </pc:sldMkLst>
        <pc:spChg chg="mod">
          <ac:chgData name="Thompson, Richard (CDR)" userId="ea9d80a7-0b4f-47bf-b25d-fcf28bdd4bae" providerId="ADAL" clId="{8EC8E854-950D-4AF8-958D-4A2E0C79549A}" dt="2025-10-21T00:46:03.888" v="5958" actId="20577"/>
          <ac:spMkLst>
            <pc:docMk/>
            <pc:sldMk cId="954470473" sldId="338"/>
            <ac:spMk id="2" creationId="{74B268BF-4837-96E0-7D26-4F58719BCCEC}"/>
          </ac:spMkLst>
        </pc:spChg>
        <pc:spChg chg="mod">
          <ac:chgData name="Thompson, Richard (CDR)" userId="ea9d80a7-0b4f-47bf-b25d-fcf28bdd4bae" providerId="ADAL" clId="{8EC8E854-950D-4AF8-958D-4A2E0C79549A}" dt="2025-10-21T00:48:27.642" v="6298" actId="404"/>
          <ac:spMkLst>
            <pc:docMk/>
            <pc:sldMk cId="954470473" sldId="338"/>
            <ac:spMk id="3" creationId="{42886814-0BA5-D92A-825D-4E693F5B6A59}"/>
          </ac:spMkLst>
        </pc:spChg>
      </pc:sldChg>
      <pc:sldChg chg="addSp delSp modSp new mod setBg">
        <pc:chgData name="Thompson, Richard (CDR)" userId="ea9d80a7-0b4f-47bf-b25d-fcf28bdd4bae" providerId="ADAL" clId="{8EC8E854-950D-4AF8-958D-4A2E0C79549A}" dt="2025-10-21T00:52:56.461" v="6383" actId="26606"/>
        <pc:sldMkLst>
          <pc:docMk/>
          <pc:sldMk cId="1370788419" sldId="339"/>
        </pc:sldMkLst>
        <pc:spChg chg="mod">
          <ac:chgData name="Thompson, Richard (CDR)" userId="ea9d80a7-0b4f-47bf-b25d-fcf28bdd4bae" providerId="ADAL" clId="{8EC8E854-950D-4AF8-958D-4A2E0C79549A}" dt="2025-10-21T00:52:56.461" v="6383" actId="26606"/>
          <ac:spMkLst>
            <pc:docMk/>
            <pc:sldMk cId="1370788419" sldId="339"/>
            <ac:spMk id="2" creationId="{5E41F46E-064C-E2B5-92C4-CCEADCFDCA0A}"/>
          </ac:spMkLst>
        </pc:spChg>
        <pc:spChg chg="add mod">
          <ac:chgData name="Thompson, Richard (CDR)" userId="ea9d80a7-0b4f-47bf-b25d-fcf28bdd4bae" providerId="ADAL" clId="{8EC8E854-950D-4AF8-958D-4A2E0C79549A}" dt="2025-10-21T00:52:56.461" v="6383" actId="26606"/>
          <ac:spMkLst>
            <pc:docMk/>
            <pc:sldMk cId="1370788419" sldId="339"/>
            <ac:spMk id="7" creationId="{A994CAEA-C926-23E7-78BC-178B14AF4007}"/>
          </ac:spMkLst>
        </pc:spChg>
        <pc:spChg chg="add">
          <ac:chgData name="Thompson, Richard (CDR)" userId="ea9d80a7-0b4f-47bf-b25d-fcf28bdd4bae" providerId="ADAL" clId="{8EC8E854-950D-4AF8-958D-4A2E0C79549A}" dt="2025-10-21T00:52:56.461" v="6383" actId="26606"/>
          <ac:spMkLst>
            <pc:docMk/>
            <pc:sldMk cId="1370788419" sldId="339"/>
            <ac:spMk id="16" creationId="{C23416DF-B283-4D9F-A625-146552CA9EDB}"/>
          </ac:spMkLst>
        </pc:spChg>
        <pc:spChg chg="add">
          <ac:chgData name="Thompson, Richard (CDR)" userId="ea9d80a7-0b4f-47bf-b25d-fcf28bdd4bae" providerId="ADAL" clId="{8EC8E854-950D-4AF8-958D-4A2E0C79549A}" dt="2025-10-21T00:52:56.461" v="6383" actId="26606"/>
          <ac:spMkLst>
            <pc:docMk/>
            <pc:sldMk cId="1370788419" sldId="339"/>
            <ac:spMk id="18" creationId="{73834904-4D9B-41F7-8DA6-0709FD9F7E9D}"/>
          </ac:spMkLst>
        </pc:spChg>
        <pc:spChg chg="add">
          <ac:chgData name="Thompson, Richard (CDR)" userId="ea9d80a7-0b4f-47bf-b25d-fcf28bdd4bae" providerId="ADAL" clId="{8EC8E854-950D-4AF8-958D-4A2E0C79549A}" dt="2025-10-21T00:52:56.461" v="6383" actId="26606"/>
          <ac:spMkLst>
            <pc:docMk/>
            <pc:sldMk cId="1370788419" sldId="339"/>
            <ac:spMk id="22" creationId="{1D2E3C52-528A-4049-BCAA-5460756BC033}"/>
          </ac:spMkLst>
        </pc:spChg>
        <pc:spChg chg="add">
          <ac:chgData name="Thompson, Richard (CDR)" userId="ea9d80a7-0b4f-47bf-b25d-fcf28bdd4bae" providerId="ADAL" clId="{8EC8E854-950D-4AF8-958D-4A2E0C79549A}" dt="2025-10-21T00:52:56.461" v="6383" actId="26606"/>
          <ac:spMkLst>
            <pc:docMk/>
            <pc:sldMk cId="1370788419" sldId="339"/>
            <ac:spMk id="24" creationId="{CD5B542C-8183-4445-AF4D-B23AAE3299EE}"/>
          </ac:spMkLst>
        </pc:spChg>
        <pc:picChg chg="add mod ord">
          <ac:chgData name="Thompson, Richard (CDR)" userId="ea9d80a7-0b4f-47bf-b25d-fcf28bdd4bae" providerId="ADAL" clId="{8EC8E854-950D-4AF8-958D-4A2E0C79549A}" dt="2025-10-21T00:52:56.461" v="6383" actId="26606"/>
          <ac:picMkLst>
            <pc:docMk/>
            <pc:sldMk cId="1370788419" sldId="339"/>
            <ac:picMk id="9" creationId="{0036837F-9DC7-78C6-AE7A-8DD05044B0FE}"/>
          </ac:picMkLst>
        </pc:picChg>
        <pc:picChg chg="add mod">
          <ac:chgData name="Thompson, Richard (CDR)" userId="ea9d80a7-0b4f-47bf-b25d-fcf28bdd4bae" providerId="ADAL" clId="{8EC8E854-950D-4AF8-958D-4A2E0C79549A}" dt="2025-10-21T00:52:56.461" v="6383" actId="26606"/>
          <ac:picMkLst>
            <pc:docMk/>
            <pc:sldMk cId="1370788419" sldId="339"/>
            <ac:picMk id="11" creationId="{E9EC0D26-3CE3-5FAA-09D1-612B9D3476CE}"/>
          </ac:picMkLst>
        </pc:picChg>
        <pc:cxnChg chg="add">
          <ac:chgData name="Thompson, Richard (CDR)" userId="ea9d80a7-0b4f-47bf-b25d-fcf28bdd4bae" providerId="ADAL" clId="{8EC8E854-950D-4AF8-958D-4A2E0C79549A}" dt="2025-10-21T00:52:56.461" v="6383" actId="26606"/>
          <ac:cxnSpMkLst>
            <pc:docMk/>
            <pc:sldMk cId="1370788419" sldId="339"/>
            <ac:cxnSpMk id="20" creationId="{C00D1207-ECAF-48E9-8834-2CE4D2198234}"/>
          </ac:cxnSpMkLst>
        </pc:cxnChg>
        <pc:cxnChg chg="add">
          <ac:chgData name="Thompson, Richard (CDR)" userId="ea9d80a7-0b4f-47bf-b25d-fcf28bdd4bae" providerId="ADAL" clId="{8EC8E854-950D-4AF8-958D-4A2E0C79549A}" dt="2025-10-21T00:52:56.461" v="6383" actId="26606"/>
          <ac:cxnSpMkLst>
            <pc:docMk/>
            <pc:sldMk cId="1370788419" sldId="339"/>
            <ac:cxnSpMk id="28" creationId="{2724283B-587C-4A0E-A50E-B8914975B48A}"/>
          </ac:cxnSpMkLst>
        </pc:cxnChg>
      </pc:sldChg>
      <pc:sldChg chg="modSp new mod">
        <pc:chgData name="Thompson, Richard (CDR)" userId="ea9d80a7-0b4f-47bf-b25d-fcf28bdd4bae" providerId="ADAL" clId="{8EC8E854-950D-4AF8-958D-4A2E0C79549A}" dt="2025-10-29T22:40:56.508" v="7527" actId="20577"/>
        <pc:sldMkLst>
          <pc:docMk/>
          <pc:sldMk cId="1801675153" sldId="340"/>
        </pc:sldMkLst>
        <pc:spChg chg="mod">
          <ac:chgData name="Thompson, Richard (CDR)" userId="ea9d80a7-0b4f-47bf-b25d-fcf28bdd4bae" providerId="ADAL" clId="{8EC8E854-950D-4AF8-958D-4A2E0C79549A}" dt="2025-10-21T01:08:20.117" v="6641" actId="20577"/>
          <ac:spMkLst>
            <pc:docMk/>
            <pc:sldMk cId="1801675153" sldId="340"/>
            <ac:spMk id="2" creationId="{1D11ACFD-295B-55D6-77EC-6A79D581119D}"/>
          </ac:spMkLst>
        </pc:spChg>
        <pc:spChg chg="mod">
          <ac:chgData name="Thompson, Richard (CDR)" userId="ea9d80a7-0b4f-47bf-b25d-fcf28bdd4bae" providerId="ADAL" clId="{8EC8E854-950D-4AF8-958D-4A2E0C79549A}" dt="2025-10-29T22:40:56.508" v="7527" actId="20577"/>
          <ac:spMkLst>
            <pc:docMk/>
            <pc:sldMk cId="1801675153" sldId="340"/>
            <ac:spMk id="3" creationId="{36622B7C-7DA1-E484-6A41-3708C34C246A}"/>
          </ac:spMkLst>
        </pc:spChg>
      </pc:sldChg>
      <pc:sldChg chg="addSp delSp modSp new mod">
        <pc:chgData name="Thompson, Richard (CDR)" userId="ea9d80a7-0b4f-47bf-b25d-fcf28bdd4bae" providerId="ADAL" clId="{8EC8E854-950D-4AF8-958D-4A2E0C79549A}" dt="2025-10-24T00:33:35.681" v="7509" actId="14100"/>
        <pc:sldMkLst>
          <pc:docMk/>
          <pc:sldMk cId="1621511732" sldId="341"/>
        </pc:sldMkLst>
        <pc:spChg chg="mod">
          <ac:chgData name="Thompson, Richard (CDR)" userId="ea9d80a7-0b4f-47bf-b25d-fcf28bdd4bae" providerId="ADAL" clId="{8EC8E854-950D-4AF8-958D-4A2E0C79549A}" dt="2025-10-21T17:58:34.979" v="7298" actId="1076"/>
          <ac:spMkLst>
            <pc:docMk/>
            <pc:sldMk cId="1621511732" sldId="341"/>
            <ac:spMk id="2" creationId="{AA531796-B1C6-107A-9309-8637EF17D4EE}"/>
          </ac:spMkLst>
        </pc:spChg>
        <pc:picChg chg="add mod">
          <ac:chgData name="Thompson, Richard (CDR)" userId="ea9d80a7-0b4f-47bf-b25d-fcf28bdd4bae" providerId="ADAL" clId="{8EC8E854-950D-4AF8-958D-4A2E0C79549A}" dt="2025-10-24T00:33:35.681" v="7509" actId="14100"/>
          <ac:picMkLst>
            <pc:docMk/>
            <pc:sldMk cId="1621511732" sldId="341"/>
            <ac:picMk id="1026" creationId="{9E792DC7-80BB-0C4D-118D-1B58E2AB599B}"/>
          </ac:picMkLst>
        </pc:picChg>
      </pc:sldChg>
      <pc:sldChg chg="addSp delSp modSp new mod">
        <pc:chgData name="Thompson, Richard (CDR)" userId="ea9d80a7-0b4f-47bf-b25d-fcf28bdd4bae" providerId="ADAL" clId="{8EC8E854-950D-4AF8-958D-4A2E0C79549A}" dt="2025-10-24T00:37:24.623" v="7521" actId="1076"/>
        <pc:sldMkLst>
          <pc:docMk/>
          <pc:sldMk cId="820279383" sldId="342"/>
        </pc:sldMkLst>
        <pc:spChg chg="mod">
          <ac:chgData name="Thompson, Richard (CDR)" userId="ea9d80a7-0b4f-47bf-b25d-fcf28bdd4bae" providerId="ADAL" clId="{8EC8E854-950D-4AF8-958D-4A2E0C79549A}" dt="2025-10-24T00:33:57.131" v="7514" actId="20577"/>
          <ac:spMkLst>
            <pc:docMk/>
            <pc:sldMk cId="820279383" sldId="342"/>
            <ac:spMk id="2" creationId="{468A6A5F-F005-C752-7360-7FDD450DA125}"/>
          </ac:spMkLst>
        </pc:spChg>
        <pc:picChg chg="add mod">
          <ac:chgData name="Thompson, Richard (CDR)" userId="ea9d80a7-0b4f-47bf-b25d-fcf28bdd4bae" providerId="ADAL" clId="{8EC8E854-950D-4AF8-958D-4A2E0C79549A}" dt="2025-10-24T00:37:02.810" v="7517" actId="1076"/>
          <ac:picMkLst>
            <pc:docMk/>
            <pc:sldMk cId="820279383" sldId="342"/>
            <ac:picMk id="5" creationId="{E3DD599B-3101-09E1-05FB-C9278EDDDFA5}"/>
          </ac:picMkLst>
        </pc:picChg>
        <pc:picChg chg="add mod">
          <ac:chgData name="Thompson, Richard (CDR)" userId="ea9d80a7-0b4f-47bf-b25d-fcf28bdd4bae" providerId="ADAL" clId="{8EC8E854-950D-4AF8-958D-4A2E0C79549A}" dt="2025-10-24T00:37:24.623" v="7521" actId="1076"/>
          <ac:picMkLst>
            <pc:docMk/>
            <pc:sldMk cId="820279383" sldId="342"/>
            <ac:picMk id="7" creationId="{BC1EFF37-1BE8-E038-CD0A-8205871BDEB8}"/>
          </ac:picMkLst>
        </pc:picChg>
      </pc:sldChg>
    </pc:docChg>
  </pc:docChgLst>
  <pc:docChgLst>
    <pc:chgData name="Andersen, Tyler (LCDR)" userId="S::tyler.andersen@nps.edu::62f2c0b2-fca7-4412-98bc-2a71f1eb4a5f" providerId="AD" clId="Web-{2D1E60CA-455D-0D74-7DB7-7A6DCAD9A0C6}"/>
    <pc:docChg chg="modSld">
      <pc:chgData name="Andersen, Tyler (LCDR)" userId="S::tyler.andersen@nps.edu::62f2c0b2-fca7-4412-98bc-2a71f1eb4a5f" providerId="AD" clId="Web-{2D1E60CA-455D-0D74-7DB7-7A6DCAD9A0C6}" dt="2025-11-10T20:34:21.453" v="3" actId="20577"/>
      <pc:docMkLst>
        <pc:docMk/>
      </pc:docMkLst>
      <pc:sldChg chg="modSp">
        <pc:chgData name="Andersen, Tyler (LCDR)" userId="S::tyler.andersen@nps.edu::62f2c0b2-fca7-4412-98bc-2a71f1eb4a5f" providerId="AD" clId="Web-{2D1E60CA-455D-0D74-7DB7-7A6DCAD9A0C6}" dt="2025-11-10T20:34:21.453" v="3" actId="20577"/>
        <pc:sldMkLst>
          <pc:docMk/>
          <pc:sldMk cId="1701290887" sldId="336"/>
        </pc:sldMkLst>
        <pc:spChg chg="mod">
          <ac:chgData name="Andersen, Tyler (LCDR)" userId="S::tyler.andersen@nps.edu::62f2c0b2-fca7-4412-98bc-2a71f1eb4a5f" providerId="AD" clId="Web-{2D1E60CA-455D-0D74-7DB7-7A6DCAD9A0C6}" dt="2025-11-10T20:34:21.453" v="3" actId="20577"/>
          <ac:spMkLst>
            <pc:docMk/>
            <pc:sldMk cId="1701290887" sldId="336"/>
            <ac:spMk id="2" creationId="{3C3BFA2C-5B2D-EDD8-B6E4-559BF33430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F1C1-24B3-4FF0-AAC0-7C871395904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582C7-F5D5-4942-8C19-48C85F3E1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3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7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0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27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2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0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3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3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3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44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9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79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748868-3559-47B0-B55B-FAE1188853E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D2D3F5-43CA-46EB-8B1D-760DFE2C82B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82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links.asp" TargetMode="External"/><Relationship Id="rId2" Type="http://schemas.openxmlformats.org/officeDocument/2006/relationships/hyperlink" Target="https://doc.rust-lang.org/book/ch21-01-single-threaded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richard.thompson@nps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0A62A-81FF-EE34-686D-981BFF0D9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tx1">
                    <a:alpha val="80000"/>
                  </a:schemeClr>
                </a:solidFill>
              </a:rPr>
              <a:t>Crabby Server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58473E-AC07-A53E-ADD8-9958F52E41BB}"/>
              </a:ext>
            </a:extLst>
          </p:cNvPr>
          <p:cNvSpPr txBox="1"/>
          <p:nvPr/>
        </p:nvSpPr>
        <p:spPr>
          <a:xfrm>
            <a:off x="8365185" y="2448683"/>
            <a:ext cx="36989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"</a:t>
            </a:r>
            <a:r>
              <a:rPr lang="en-US"/>
              <a:t>An excessive emphasis on invention, rather than on adoption, is a major factor in the low success rate of innovation.</a:t>
            </a:r>
            <a:r>
              <a:rPr lang="en-US" i="1"/>
              <a:t>”</a:t>
            </a:r>
          </a:p>
          <a:p>
            <a:endParaRPr lang="en-US"/>
          </a:p>
          <a:p>
            <a:r>
              <a:rPr lang="en-US"/>
              <a:t>		    - Peter Denning</a:t>
            </a:r>
          </a:p>
        </p:txBody>
      </p:sp>
      <p:pic>
        <p:nvPicPr>
          <p:cNvPr id="1026" name="Picture 2" descr="Rustacean.net: Home of Ferris the Crab">
            <a:extLst>
              <a:ext uri="{FF2B5EF4-FFF2-40B4-BE49-F238E27FC236}">
                <a16:creationId xmlns:a16="http://schemas.microsoft.com/office/drawing/2014/main" id="{D332FB5A-BEDF-45D9-2253-63B7ACFD1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67" y="138112"/>
            <a:ext cx="438150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79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FA2C-5B2D-EDD8-B6E4-559BF334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0C1A-0EF8-9A32-E2FC-1F3B99C82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1. Create a single threaded rust server</a:t>
            </a:r>
          </a:p>
          <a:p>
            <a:pPr marL="128016" lvl="1" indent="0">
              <a:buNone/>
            </a:pPr>
            <a:r>
              <a:rPr lang="en-US"/>
              <a:t>	- Follow the tutorial: </a:t>
            </a:r>
            <a:r>
              <a:rPr lang="en-US">
                <a:hlinkClick r:id="rId2"/>
              </a:rPr>
              <a:t>https://doc.rust-lang.org/book/ch21-01-single-threaded.html</a:t>
            </a:r>
            <a:endParaRPr lang="en-US"/>
          </a:p>
          <a:p>
            <a:pPr marL="128016" lvl="1" indent="0">
              <a:buNone/>
            </a:pPr>
            <a:r>
              <a:rPr lang="en-US"/>
              <a:t>	- Only the single threaded server is required.</a:t>
            </a:r>
          </a:p>
          <a:p>
            <a:r>
              <a:rPr lang="en-US"/>
              <a:t>2. Build at least two html webpages.</a:t>
            </a:r>
          </a:p>
          <a:p>
            <a:pPr marL="128016" lvl="1" indent="0">
              <a:buNone/>
            </a:pPr>
            <a:r>
              <a:rPr lang="en-US"/>
              <a:t>	- main page (index.html)</a:t>
            </a:r>
          </a:p>
          <a:p>
            <a:pPr marL="128016" lvl="1" indent="0">
              <a:buNone/>
            </a:pPr>
            <a:r>
              <a:rPr lang="en-US"/>
              <a:t>	- page linked to by main page</a:t>
            </a:r>
          </a:p>
          <a:p>
            <a:r>
              <a:rPr lang="en-US"/>
              <a:t>3. Have two links from the main page (index.html).</a:t>
            </a:r>
          </a:p>
          <a:p>
            <a:pPr marL="128016" lvl="1" indent="0">
              <a:buNone/>
            </a:pPr>
            <a:r>
              <a:rPr lang="en-US"/>
              <a:t>	- This is a good tutorial: </a:t>
            </a:r>
            <a:r>
              <a:rPr lang="en-US">
                <a:hlinkClick r:id="rId3"/>
              </a:rPr>
              <a:t>https://www.w3schools.com/html/html_links.asp</a:t>
            </a:r>
            <a:r>
              <a:rPr lang="en-US"/>
              <a:t> </a:t>
            </a:r>
          </a:p>
          <a:p>
            <a:pPr marL="128016" lvl="1" indent="0">
              <a:buNone/>
            </a:pPr>
            <a:r>
              <a:rPr lang="en-US"/>
              <a:t>	- Pass a unique message on each link.</a:t>
            </a:r>
          </a:p>
          <a:p>
            <a:pPr marL="128016" lvl="1" indent="0">
              <a:buNone/>
            </a:pPr>
            <a:r>
              <a:rPr lang="en-US"/>
              <a:t>	- Modify the linked-to pages to display the passed message in their html code.</a:t>
            </a:r>
          </a:p>
          <a:p>
            <a:r>
              <a:rPr lang="en-US"/>
              <a:t>4. Serve the webpages from your web server</a:t>
            </a:r>
          </a:p>
          <a:p>
            <a:r>
              <a:rPr lang="en-US"/>
              <a:t>5. Add a simple interactive </a:t>
            </a:r>
            <a:r>
              <a:rPr lang="en-US" err="1"/>
              <a:t>javascript</a:t>
            </a:r>
            <a:r>
              <a:rPr lang="en-US"/>
              <a:t> element on any one of your web pages.</a:t>
            </a:r>
          </a:p>
          <a:p>
            <a:pPr marL="128016" lvl="1" indent="0">
              <a:buNone/>
            </a:pPr>
            <a:r>
              <a:rPr lang="en-US"/>
              <a:t>	- It can be as simple as a popup when you press a button. </a:t>
            </a:r>
          </a:p>
        </p:txBody>
      </p:sp>
    </p:spTree>
    <p:extLst>
      <p:ext uri="{BB962C8B-B14F-4D97-AF65-F5344CB8AC3E}">
        <p14:creationId xmlns:p14="http://schemas.microsoft.com/office/powerpoint/2010/main" val="170129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1E9585-A643-104B-74B2-D39CFBCF1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Web programming overview</a:t>
            </a:r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A3C3210-D005-B08E-E814-7B3F1DC27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498" y="640080"/>
            <a:ext cx="6553200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38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68BF-4837-96E0-7D26-4F58719B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and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86814-0BA5-D92A-825D-4E693F5B6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* </a:t>
            </a:r>
            <a:r>
              <a:rPr lang="en-US" sz="2400"/>
              <a:t>Clients listen on a ‘port’. For example: 127.0.0.1:7878 or localhost:7878</a:t>
            </a:r>
          </a:p>
          <a:p>
            <a:pPr lvl="1"/>
            <a:r>
              <a:rPr lang="en-US" sz="2000"/>
              <a:t>127.0.0.1 means localhost, or the local client machine.</a:t>
            </a:r>
          </a:p>
          <a:p>
            <a:pPr lvl="1"/>
            <a:r>
              <a:rPr lang="en-US" sz="2000"/>
              <a:t>7878 is the port number</a:t>
            </a:r>
          </a:p>
        </p:txBody>
      </p:sp>
    </p:spTree>
    <p:extLst>
      <p:ext uri="{BB962C8B-B14F-4D97-AF65-F5344CB8AC3E}">
        <p14:creationId xmlns:p14="http://schemas.microsoft.com/office/powerpoint/2010/main" val="95447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6A5F-F005-C752-7360-7FDD450D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D599B-3101-09E1-05FB-C9278EDDD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511" y="2058559"/>
            <a:ext cx="3596952" cy="4214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EFF37-1BE8-E038-CD0A-8205871BD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99" y="2058559"/>
            <a:ext cx="3672136" cy="14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7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1F46E-064C-E2B5-92C4-CCEADCFD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pc="200">
                <a:solidFill>
                  <a:srgbClr val="FFFFFF"/>
                </a:solidFill>
              </a:rPr>
              <a:t>Where does javascript execute?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94CAEA-C926-23E7-78BC-178B14AF4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600" y="4960137"/>
            <a:ext cx="3200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These two scripts do the same thing.</a:t>
            </a: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EC0D26-3CE3-5FAA-09D1-612B9D34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450870"/>
            <a:ext cx="5369052" cy="166970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60141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036837F-9DC7-78C6-AE7A-8DD05044B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672038"/>
            <a:ext cx="5341140" cy="322736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78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1796-B1C6-107A-9309-8637EF17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5"/>
            <a:ext cx="9720072" cy="1499616"/>
          </a:xfrm>
        </p:spPr>
        <p:txBody>
          <a:bodyPr/>
          <a:lstStyle/>
          <a:p>
            <a:r>
              <a:rPr lang="en-US"/>
              <a:t>Passing information to server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792DC7-80BB-0C4D-118D-1B58E2AB5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889" y="2451991"/>
            <a:ext cx="8222482" cy="232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51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ACFD-295B-55D6-77EC-6A79D581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22B7C-7DA1-E484-6A41-3708C34C2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* Email to </a:t>
            </a:r>
            <a:r>
              <a:rPr lang="en-US" sz="3200">
                <a:hlinkClick r:id="rId2"/>
              </a:rPr>
              <a:t>richard.thompson@nps.edu</a:t>
            </a:r>
            <a:r>
              <a:rPr lang="en-US" sz="3200"/>
              <a:t> </a:t>
            </a:r>
          </a:p>
          <a:p>
            <a:r>
              <a:rPr lang="en-US" sz="3200"/>
              <a:t>* Link to </a:t>
            </a:r>
            <a:r>
              <a:rPr lang="en-US" sz="3200" err="1"/>
              <a:t>github</a:t>
            </a:r>
            <a:r>
              <a:rPr lang="en-US" sz="3200"/>
              <a:t> with your code.</a:t>
            </a:r>
          </a:p>
          <a:p>
            <a:r>
              <a:rPr lang="en-US" sz="3200"/>
              <a:t>* Screenshots showing:</a:t>
            </a:r>
          </a:p>
          <a:p>
            <a:pPr lvl="1"/>
            <a:r>
              <a:rPr lang="en-US" sz="2800"/>
              <a:t>both webpages</a:t>
            </a:r>
          </a:p>
          <a:p>
            <a:pPr lvl="1"/>
            <a:r>
              <a:rPr lang="en-US" sz="2800"/>
              <a:t>interactive </a:t>
            </a:r>
            <a:r>
              <a:rPr lang="en-US" sz="2800" err="1"/>
              <a:t>javascript</a:t>
            </a:r>
            <a:r>
              <a:rPr lang="en-US" sz="2800"/>
              <a:t> feature </a:t>
            </a:r>
          </a:p>
        </p:txBody>
      </p:sp>
    </p:spTree>
    <p:extLst>
      <p:ext uri="{BB962C8B-B14F-4D97-AF65-F5344CB8AC3E}">
        <p14:creationId xmlns:p14="http://schemas.microsoft.com/office/powerpoint/2010/main" val="1801675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899E978EDF93408B1F02CFF5CC7683" ma:contentTypeVersion="3" ma:contentTypeDescription="Create a new document." ma:contentTypeScope="" ma:versionID="0560f8a420aa8acc7d5f5aeab84ecd60">
  <xsd:schema xmlns:xsd="http://www.w3.org/2001/XMLSchema" xmlns:xs="http://www.w3.org/2001/XMLSchema" xmlns:p="http://schemas.microsoft.com/office/2006/metadata/properties" xmlns:ns2="177da464-c360-4e1f-8bc1-74dc22d0f67c" targetNamespace="http://schemas.microsoft.com/office/2006/metadata/properties" ma:root="true" ma:fieldsID="ce5bc7923183a6968c414bb1dd28e563" ns2:_="">
    <xsd:import namespace="177da464-c360-4e1f-8bc1-74dc22d0f6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da464-c360-4e1f-8bc1-74dc22d0f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516CBC-83EE-4CA4-BE57-19914B8D103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19C77C5-1843-4DA1-BC4B-5EB0F030DF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1E1304-A306-483F-8ECF-86D9986F2D6C}">
  <ds:schemaRefs>
    <ds:schemaRef ds:uri="177da464-c360-4e1f-8bc1-74dc22d0f6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Integral</vt:lpstr>
      <vt:lpstr>Crabby Server</vt:lpstr>
      <vt:lpstr>Objective</vt:lpstr>
      <vt:lpstr>Web programming overview</vt:lpstr>
      <vt:lpstr>Server and client</vt:lpstr>
      <vt:lpstr>html</vt:lpstr>
      <vt:lpstr>Where does javascript execute?</vt:lpstr>
      <vt:lpstr>Passing information to server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Richard (CDR)</dc:creator>
  <cp:revision>6</cp:revision>
  <dcterms:created xsi:type="dcterms:W3CDTF">2025-09-10T21:22:54Z</dcterms:created>
  <dcterms:modified xsi:type="dcterms:W3CDTF">2025-11-12T18:04:35Z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2025-09-10T21:23:03Z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1655545c-d5d2-40da-a934-f2e3fef6de36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0x010100D4899E978EDF93408B1F02CFF5CC7683</vt:lpwstr>
  </property>
  <property fmtid="{D5CDD505-2E9C-101B-9397-08002B2CF9AE}" pid="11" name="ComplianceAssetId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