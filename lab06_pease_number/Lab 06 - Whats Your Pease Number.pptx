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6"/>
  </p:notesMasterIdLst>
  <p:sldIdLst>
    <p:sldId id="256" r:id="rId5"/>
    <p:sldId id="368" r:id="rId6"/>
    <p:sldId id="371" r:id="rId7"/>
    <p:sldId id="372" r:id="rId8"/>
    <p:sldId id="373" r:id="rId9"/>
    <p:sldId id="374" r:id="rId10"/>
    <p:sldId id="375" r:id="rId11"/>
    <p:sldId id="376" r:id="rId12"/>
    <p:sldId id="369" r:id="rId13"/>
    <p:sldId id="378" r:id="rId14"/>
    <p:sldId id="377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ompson, Richard (CDR)" userId="ea9d80a7-0b4f-47bf-b25d-fcf28bdd4bae" providerId="ADAL" clId="{8EC8E854-950D-4AF8-958D-4A2E0C79549A}"/>
    <pc:docChg chg="undo redo custSel mod addSld delSld modSld sldOrd">
      <pc:chgData name="Thompson, Richard (CDR)" userId="ea9d80a7-0b4f-47bf-b25d-fcf28bdd4bae" providerId="ADAL" clId="{8EC8E854-950D-4AF8-958D-4A2E0C79549A}" dt="2025-12-04T16:12:36.713" v="16734" actId="20577"/>
      <pc:docMkLst>
        <pc:docMk/>
      </pc:docMkLst>
      <pc:sldChg chg="addSp delSp modSp new mod">
        <pc:chgData name="Thompson, Richard (CDR)" userId="ea9d80a7-0b4f-47bf-b25d-fcf28bdd4bae" providerId="ADAL" clId="{8EC8E854-950D-4AF8-958D-4A2E0C79549A}" dt="2025-11-26T21:25:54.293" v="16169" actId="26606"/>
        <pc:sldMkLst>
          <pc:docMk/>
          <pc:sldMk cId="1964792074" sldId="256"/>
        </pc:sldMkLst>
        <pc:spChg chg="mod">
          <ac:chgData name="Thompson, Richard (CDR)" userId="ea9d80a7-0b4f-47bf-b25d-fcf28bdd4bae" providerId="ADAL" clId="{8EC8E854-950D-4AF8-958D-4A2E0C79549A}" dt="2025-11-26T21:25:54.293" v="16169" actId="26606"/>
          <ac:spMkLst>
            <pc:docMk/>
            <pc:sldMk cId="1964792074" sldId="256"/>
            <ac:spMk id="2" creationId="{EA80A62A-81FF-EE34-686D-981BFF0D99C4}"/>
          </ac:spMkLst>
        </pc:spChg>
        <pc:spChg chg="mod ord">
          <ac:chgData name="Thompson, Richard (CDR)" userId="ea9d80a7-0b4f-47bf-b25d-fcf28bdd4bae" providerId="ADAL" clId="{8EC8E854-950D-4AF8-958D-4A2E0C79549A}" dt="2025-11-26T21:25:54.293" v="16169" actId="26606"/>
          <ac:spMkLst>
            <pc:docMk/>
            <pc:sldMk cId="1964792074" sldId="256"/>
            <ac:spMk id="11" creationId="{5058473E-AC07-A53E-ADD8-9958F52E41BB}"/>
          </ac:spMkLst>
        </pc:spChg>
        <pc:spChg chg="add del">
          <ac:chgData name="Thompson, Richard (CDR)" userId="ea9d80a7-0b4f-47bf-b25d-fcf28bdd4bae" providerId="ADAL" clId="{8EC8E854-950D-4AF8-958D-4A2E0C79549A}" dt="2025-11-26T21:25:54.293" v="16169" actId="26606"/>
          <ac:spMkLst>
            <pc:docMk/>
            <pc:sldMk cId="1964792074" sldId="256"/>
            <ac:spMk id="6162" creationId="{4038CB10-1F5C-4D54-9DF7-12586DE5B007}"/>
          </ac:spMkLst>
        </pc:spChg>
        <pc:spChg chg="add del">
          <ac:chgData name="Thompson, Richard (CDR)" userId="ea9d80a7-0b4f-47bf-b25d-fcf28bdd4bae" providerId="ADAL" clId="{8EC8E854-950D-4AF8-958D-4A2E0C79549A}" dt="2025-11-26T21:25:54.293" v="16169" actId="26606"/>
          <ac:spMkLst>
            <pc:docMk/>
            <pc:sldMk cId="1964792074" sldId="256"/>
            <ac:spMk id="6163" creationId="{73ED6512-6858-4552-B699-9A97FE9A4EA2}"/>
          </ac:spMkLst>
        </pc:spChg>
        <pc:picChg chg="add mod ord">
          <ac:chgData name="Thompson, Richard (CDR)" userId="ea9d80a7-0b4f-47bf-b25d-fcf28bdd4bae" providerId="ADAL" clId="{8EC8E854-950D-4AF8-958D-4A2E0C79549A}" dt="2025-11-26T21:25:54.293" v="16169" actId="26606"/>
          <ac:picMkLst>
            <pc:docMk/>
            <pc:sldMk cId="1964792074" sldId="256"/>
            <ac:picMk id="6146" creationId="{177C6B9B-5DA2-AD54-5145-EB59DB719F52}"/>
          </ac:picMkLst>
        </pc:picChg>
        <pc:cxnChg chg="add del">
          <ac:chgData name="Thompson, Richard (CDR)" userId="ea9d80a7-0b4f-47bf-b25d-fcf28bdd4bae" providerId="ADAL" clId="{8EC8E854-950D-4AF8-958D-4A2E0C79549A}" dt="2025-11-26T21:25:54.293" v="16169" actId="26606"/>
          <ac:cxnSpMkLst>
            <pc:docMk/>
            <pc:sldMk cId="1964792074" sldId="256"/>
            <ac:cxnSpMk id="6161" creationId="{15F1CC53-719A-4763-BF30-5E25A63CEF3C}"/>
          </ac:cxnSpMkLst>
        </pc:cxnChg>
      </pc:sldChg>
      <pc:sldChg chg="modSp new mod">
        <pc:chgData name="Thompson, Richard (CDR)" userId="ea9d80a7-0b4f-47bf-b25d-fcf28bdd4bae" providerId="ADAL" clId="{8EC8E854-950D-4AF8-958D-4A2E0C79549A}" dt="2025-11-26T21:00:50.145" v="15220" actId="20577"/>
        <pc:sldMkLst>
          <pc:docMk/>
          <pc:sldMk cId="2007193009" sldId="368"/>
        </pc:sldMkLst>
        <pc:spChg chg="mod">
          <ac:chgData name="Thompson, Richard (CDR)" userId="ea9d80a7-0b4f-47bf-b25d-fcf28bdd4bae" providerId="ADAL" clId="{8EC8E854-950D-4AF8-958D-4A2E0C79549A}" dt="2025-11-26T20:16:18.031" v="13779" actId="20577"/>
          <ac:spMkLst>
            <pc:docMk/>
            <pc:sldMk cId="2007193009" sldId="368"/>
            <ac:spMk id="2" creationId="{342420CA-D376-0283-D4D3-A7607167CFA5}"/>
          </ac:spMkLst>
        </pc:spChg>
        <pc:spChg chg="mod">
          <ac:chgData name="Thompson, Richard (CDR)" userId="ea9d80a7-0b4f-47bf-b25d-fcf28bdd4bae" providerId="ADAL" clId="{8EC8E854-950D-4AF8-958D-4A2E0C79549A}" dt="2025-11-26T21:00:50.145" v="15220" actId="20577"/>
          <ac:spMkLst>
            <pc:docMk/>
            <pc:sldMk cId="2007193009" sldId="368"/>
            <ac:spMk id="3" creationId="{A7A712BA-DB85-0872-2D90-D149B4E38C1B}"/>
          </ac:spMkLst>
        </pc:spChg>
      </pc:sldChg>
      <pc:sldChg chg="addSp modSp new mod">
        <pc:chgData name="Thompson, Richard (CDR)" userId="ea9d80a7-0b4f-47bf-b25d-fcf28bdd4bae" providerId="ADAL" clId="{8EC8E854-950D-4AF8-958D-4A2E0C79549A}" dt="2025-11-26T22:22:18.781" v="16653" actId="1076"/>
        <pc:sldMkLst>
          <pc:docMk/>
          <pc:sldMk cId="3957226354" sldId="369"/>
        </pc:sldMkLst>
        <pc:spChg chg="mod">
          <ac:chgData name="Thompson, Richard (CDR)" userId="ea9d80a7-0b4f-47bf-b25d-fcf28bdd4bae" providerId="ADAL" clId="{8EC8E854-950D-4AF8-958D-4A2E0C79549A}" dt="2025-11-26T20:47:01.946" v="14604" actId="20577"/>
          <ac:spMkLst>
            <pc:docMk/>
            <pc:sldMk cId="3957226354" sldId="369"/>
            <ac:spMk id="2" creationId="{6977A054-2657-D00C-0F32-BC487558DE1E}"/>
          </ac:spMkLst>
        </pc:spChg>
        <pc:spChg chg="mod">
          <ac:chgData name="Thompson, Richard (CDR)" userId="ea9d80a7-0b4f-47bf-b25d-fcf28bdd4bae" providerId="ADAL" clId="{8EC8E854-950D-4AF8-958D-4A2E0C79549A}" dt="2025-11-26T21:30:11.423" v="16349" actId="20577"/>
          <ac:spMkLst>
            <pc:docMk/>
            <pc:sldMk cId="3957226354" sldId="369"/>
            <ac:spMk id="3" creationId="{B509072E-08A5-564B-AB06-149789726A62}"/>
          </ac:spMkLst>
        </pc:spChg>
        <pc:picChg chg="add mod">
          <ac:chgData name="Thompson, Richard (CDR)" userId="ea9d80a7-0b4f-47bf-b25d-fcf28bdd4bae" providerId="ADAL" clId="{8EC8E854-950D-4AF8-958D-4A2E0C79549A}" dt="2025-11-26T22:22:18.781" v="16653" actId="1076"/>
          <ac:picMkLst>
            <pc:docMk/>
            <pc:sldMk cId="3957226354" sldId="369"/>
            <ac:picMk id="8194" creationId="{AF42FB24-1417-BD2D-456A-A195492DFD77}"/>
          </ac:picMkLst>
        </pc:picChg>
      </pc:sldChg>
      <pc:sldChg chg="addSp delSp modSp new mod">
        <pc:chgData name="Thompson, Richard (CDR)" userId="ea9d80a7-0b4f-47bf-b25d-fcf28bdd4bae" providerId="ADAL" clId="{8EC8E854-950D-4AF8-958D-4A2E0C79549A}" dt="2025-11-26T20:55:40.530" v="15101" actId="20577"/>
        <pc:sldMkLst>
          <pc:docMk/>
          <pc:sldMk cId="3460466070" sldId="371"/>
        </pc:sldMkLst>
        <pc:spChg chg="mod">
          <ac:chgData name="Thompson, Richard (CDR)" userId="ea9d80a7-0b4f-47bf-b25d-fcf28bdd4bae" providerId="ADAL" clId="{8EC8E854-950D-4AF8-958D-4A2E0C79549A}" dt="2025-11-26T20:55:37.555" v="15096" actId="20577"/>
          <ac:spMkLst>
            <pc:docMk/>
            <pc:sldMk cId="3460466070" sldId="371"/>
            <ac:spMk id="2" creationId="{2A319851-52C0-3796-27F4-D2E7BD6F09BC}"/>
          </ac:spMkLst>
        </pc:spChg>
        <pc:spChg chg="add mod">
          <ac:chgData name="Thompson, Richard (CDR)" userId="ea9d80a7-0b4f-47bf-b25d-fcf28bdd4bae" providerId="ADAL" clId="{8EC8E854-950D-4AF8-958D-4A2E0C79549A}" dt="2025-11-26T20:55:40.530" v="15101" actId="20577"/>
          <ac:spMkLst>
            <pc:docMk/>
            <pc:sldMk cId="3460466070" sldId="371"/>
            <ac:spMk id="5" creationId="{2279E667-F42C-73BC-522F-960DAC114917}"/>
          </ac:spMkLst>
        </pc:spChg>
      </pc:sldChg>
      <pc:sldChg chg="addSp delSp modSp new mod setBg">
        <pc:chgData name="Thompson, Richard (CDR)" userId="ea9d80a7-0b4f-47bf-b25d-fcf28bdd4bae" providerId="ADAL" clId="{8EC8E854-950D-4AF8-958D-4A2E0C79549A}" dt="2025-11-26T20:55:32.996" v="15090" actId="20577"/>
        <pc:sldMkLst>
          <pc:docMk/>
          <pc:sldMk cId="1207993145" sldId="372"/>
        </pc:sldMkLst>
        <pc:spChg chg="mod">
          <ac:chgData name="Thompson, Richard (CDR)" userId="ea9d80a7-0b4f-47bf-b25d-fcf28bdd4bae" providerId="ADAL" clId="{8EC8E854-950D-4AF8-958D-4A2E0C79549A}" dt="2025-11-26T20:31:32.385" v="14376" actId="20577"/>
          <ac:spMkLst>
            <pc:docMk/>
            <pc:sldMk cId="1207993145" sldId="372"/>
            <ac:spMk id="2" creationId="{9BD7CE80-D011-7078-391B-F71DF4447569}"/>
          </ac:spMkLst>
        </pc:spChg>
        <pc:spChg chg="mod">
          <ac:chgData name="Thompson, Richard (CDR)" userId="ea9d80a7-0b4f-47bf-b25d-fcf28bdd4bae" providerId="ADAL" clId="{8EC8E854-950D-4AF8-958D-4A2E0C79549A}" dt="2025-11-26T20:24:56.549" v="14062" actId="14100"/>
          <ac:spMkLst>
            <pc:docMk/>
            <pc:sldMk cId="1207993145" sldId="372"/>
            <ac:spMk id="3" creationId="{5634C6A7-59B7-8DED-F84D-954A9466CE39}"/>
          </ac:spMkLst>
        </pc:spChg>
        <pc:spChg chg="add mod">
          <ac:chgData name="Thompson, Richard (CDR)" userId="ea9d80a7-0b4f-47bf-b25d-fcf28bdd4bae" providerId="ADAL" clId="{8EC8E854-950D-4AF8-958D-4A2E0C79549A}" dt="2025-11-26T20:55:32.996" v="15090" actId="20577"/>
          <ac:spMkLst>
            <pc:docMk/>
            <pc:sldMk cId="1207993145" sldId="372"/>
            <ac:spMk id="6" creationId="{4A1A9741-B71F-7099-6482-B9E41C0E617C}"/>
          </ac:spMkLst>
        </pc:spChg>
        <pc:picChg chg="add mod">
          <ac:chgData name="Thompson, Richard (CDR)" userId="ea9d80a7-0b4f-47bf-b25d-fcf28bdd4bae" providerId="ADAL" clId="{8EC8E854-950D-4AF8-958D-4A2E0C79549A}" dt="2025-11-26T20:24:32.121" v="14059" actId="14100"/>
          <ac:picMkLst>
            <pc:docMk/>
            <pc:sldMk cId="1207993145" sldId="372"/>
            <ac:picMk id="5" creationId="{E4BE6CA5-2714-31EA-3411-8EE5FDC25F56}"/>
          </ac:picMkLst>
        </pc:picChg>
        <pc:picChg chg="add mod">
          <ac:chgData name="Thompson, Richard (CDR)" userId="ea9d80a7-0b4f-47bf-b25d-fcf28bdd4bae" providerId="ADAL" clId="{8EC8E854-950D-4AF8-958D-4A2E0C79549A}" dt="2025-11-26T20:24:27.475" v="14058" actId="26606"/>
          <ac:picMkLst>
            <pc:docMk/>
            <pc:sldMk cId="1207993145" sldId="372"/>
            <ac:picMk id="1026" creationId="{EB6B85EB-E351-25C3-6EB5-FD8634ECDFE3}"/>
          </ac:picMkLst>
        </pc:picChg>
      </pc:sldChg>
      <pc:sldChg chg="addSp delSp modSp new mod modNotesTx">
        <pc:chgData name="Thompson, Richard (CDR)" userId="ea9d80a7-0b4f-47bf-b25d-fcf28bdd4bae" providerId="ADAL" clId="{8EC8E854-950D-4AF8-958D-4A2E0C79549A}" dt="2025-11-26T23:23:36.436" v="16702" actId="1076"/>
        <pc:sldMkLst>
          <pc:docMk/>
          <pc:sldMk cId="1899233121" sldId="373"/>
        </pc:sldMkLst>
        <pc:spChg chg="mod">
          <ac:chgData name="Thompson, Richard (CDR)" userId="ea9d80a7-0b4f-47bf-b25d-fcf28bdd4bae" providerId="ADAL" clId="{8EC8E854-950D-4AF8-958D-4A2E0C79549A}" dt="2025-11-26T20:37:36.539" v="14444" actId="20577"/>
          <ac:spMkLst>
            <pc:docMk/>
            <pc:sldMk cId="1899233121" sldId="373"/>
            <ac:spMk id="2" creationId="{663E66E7-B095-AAC5-20D6-98FF0443858B}"/>
          </ac:spMkLst>
        </pc:spChg>
        <pc:spChg chg="mod">
          <ac:chgData name="Thompson, Richard (CDR)" userId="ea9d80a7-0b4f-47bf-b25d-fcf28bdd4bae" providerId="ADAL" clId="{8EC8E854-950D-4AF8-958D-4A2E0C79549A}" dt="2025-11-26T23:23:19.825" v="16699" actId="20577"/>
          <ac:spMkLst>
            <pc:docMk/>
            <pc:sldMk cId="1899233121" sldId="373"/>
            <ac:spMk id="3" creationId="{F5E172F0-59F0-6F2F-8953-51EDD8ACA989}"/>
          </ac:spMkLst>
        </pc:spChg>
        <pc:spChg chg="add mod">
          <ac:chgData name="Thompson, Richard (CDR)" userId="ea9d80a7-0b4f-47bf-b25d-fcf28bdd4bae" providerId="ADAL" clId="{8EC8E854-950D-4AF8-958D-4A2E0C79549A}" dt="2025-11-26T20:38:24.856" v="14453" actId="404"/>
          <ac:spMkLst>
            <pc:docMk/>
            <pc:sldMk cId="1899233121" sldId="373"/>
            <ac:spMk id="9" creationId="{6AE3CE1D-A7D7-9501-6073-A0293A75C0DC}"/>
          </ac:spMkLst>
        </pc:spChg>
        <pc:picChg chg="add mod">
          <ac:chgData name="Thompson, Richard (CDR)" userId="ea9d80a7-0b4f-47bf-b25d-fcf28bdd4bae" providerId="ADAL" clId="{8EC8E854-950D-4AF8-958D-4A2E0C79549A}" dt="2025-11-26T23:23:36.436" v="16702" actId="1076"/>
          <ac:picMkLst>
            <pc:docMk/>
            <pc:sldMk cId="1899233121" sldId="373"/>
            <ac:picMk id="5" creationId="{E5C28368-7015-F3DF-6C0B-B85AE8722D65}"/>
          </ac:picMkLst>
        </pc:picChg>
        <pc:picChg chg="add mod">
          <ac:chgData name="Thompson, Richard (CDR)" userId="ea9d80a7-0b4f-47bf-b25d-fcf28bdd4bae" providerId="ADAL" clId="{8EC8E854-950D-4AF8-958D-4A2E0C79549A}" dt="2025-11-26T23:22:56.484" v="16661" actId="14100"/>
          <ac:picMkLst>
            <pc:docMk/>
            <pc:sldMk cId="1899233121" sldId="373"/>
            <ac:picMk id="2050" creationId="{932E0AA3-4B34-8BC7-D616-1929F498D592}"/>
          </ac:picMkLst>
        </pc:picChg>
      </pc:sldChg>
      <pc:sldChg chg="addSp delSp modSp new mod">
        <pc:chgData name="Thompson, Richard (CDR)" userId="ea9d80a7-0b4f-47bf-b25d-fcf28bdd4bae" providerId="ADAL" clId="{8EC8E854-950D-4AF8-958D-4A2E0C79549A}" dt="2025-11-26T21:02:10.991" v="15366" actId="20577"/>
        <pc:sldMkLst>
          <pc:docMk/>
          <pc:sldMk cId="480406377" sldId="374"/>
        </pc:sldMkLst>
        <pc:spChg chg="mod">
          <ac:chgData name="Thompson, Richard (CDR)" userId="ea9d80a7-0b4f-47bf-b25d-fcf28bdd4bae" providerId="ADAL" clId="{8EC8E854-950D-4AF8-958D-4A2E0C79549A}" dt="2025-11-26T20:40:11.417" v="14487" actId="20577"/>
          <ac:spMkLst>
            <pc:docMk/>
            <pc:sldMk cId="480406377" sldId="374"/>
            <ac:spMk id="2" creationId="{6A49FD93-B467-770E-2D66-03B600C41DEF}"/>
          </ac:spMkLst>
        </pc:spChg>
        <pc:spChg chg="add mod">
          <ac:chgData name="Thompson, Richard (CDR)" userId="ea9d80a7-0b4f-47bf-b25d-fcf28bdd4bae" providerId="ADAL" clId="{8EC8E854-950D-4AF8-958D-4A2E0C79549A}" dt="2025-11-26T20:42:49.012" v="14514" actId="1076"/>
          <ac:spMkLst>
            <pc:docMk/>
            <pc:sldMk cId="480406377" sldId="374"/>
            <ac:spMk id="5" creationId="{9F8D2492-9587-BAA1-EB70-C62AFF6FADF2}"/>
          </ac:spMkLst>
        </pc:spChg>
        <pc:spChg chg="add mod">
          <ac:chgData name="Thompson, Richard (CDR)" userId="ea9d80a7-0b4f-47bf-b25d-fcf28bdd4bae" providerId="ADAL" clId="{8EC8E854-950D-4AF8-958D-4A2E0C79549A}" dt="2025-11-26T21:02:10.991" v="15366" actId="20577"/>
          <ac:spMkLst>
            <pc:docMk/>
            <pc:sldMk cId="480406377" sldId="374"/>
            <ac:spMk id="8" creationId="{A07E3B8E-FBC9-B07F-79CD-6B96869EB0B0}"/>
          </ac:spMkLst>
        </pc:spChg>
        <pc:picChg chg="add mod">
          <ac:chgData name="Thompson, Richard (CDR)" userId="ea9d80a7-0b4f-47bf-b25d-fcf28bdd4bae" providerId="ADAL" clId="{8EC8E854-950D-4AF8-958D-4A2E0C79549A}" dt="2025-11-26T20:42:19.628" v="14509" actId="1076"/>
          <ac:picMkLst>
            <pc:docMk/>
            <pc:sldMk cId="480406377" sldId="374"/>
            <ac:picMk id="7" creationId="{43601643-E133-D546-2426-14D693DA75DD}"/>
          </ac:picMkLst>
        </pc:picChg>
      </pc:sldChg>
      <pc:sldChg chg="addSp delSp modSp new mod">
        <pc:chgData name="Thompson, Richard (CDR)" userId="ea9d80a7-0b4f-47bf-b25d-fcf28bdd4bae" providerId="ADAL" clId="{8EC8E854-950D-4AF8-958D-4A2E0C79549A}" dt="2025-11-26T21:03:22.254" v="15443" actId="20577"/>
        <pc:sldMkLst>
          <pc:docMk/>
          <pc:sldMk cId="2772719824" sldId="375"/>
        </pc:sldMkLst>
        <pc:spChg chg="mod">
          <ac:chgData name="Thompson, Richard (CDR)" userId="ea9d80a7-0b4f-47bf-b25d-fcf28bdd4bae" providerId="ADAL" clId="{8EC8E854-950D-4AF8-958D-4A2E0C79549A}" dt="2025-11-26T20:43:26.062" v="14537" actId="20577"/>
          <ac:spMkLst>
            <pc:docMk/>
            <pc:sldMk cId="2772719824" sldId="375"/>
            <ac:spMk id="2" creationId="{AB123C67-8668-96CB-28F9-3B0D87B1785A}"/>
          </ac:spMkLst>
        </pc:spChg>
        <pc:spChg chg="add mod">
          <ac:chgData name="Thompson, Richard (CDR)" userId="ea9d80a7-0b4f-47bf-b25d-fcf28bdd4bae" providerId="ADAL" clId="{8EC8E854-950D-4AF8-958D-4A2E0C79549A}" dt="2025-11-26T21:03:22.254" v="15443" actId="20577"/>
          <ac:spMkLst>
            <pc:docMk/>
            <pc:sldMk cId="2772719824" sldId="375"/>
            <ac:spMk id="6" creationId="{507CC67E-34B6-D52E-3C96-EEE2EF412453}"/>
          </ac:spMkLst>
        </pc:spChg>
      </pc:sldChg>
      <pc:sldChg chg="addSp modSp new mod">
        <pc:chgData name="Thompson, Richard (CDR)" userId="ea9d80a7-0b4f-47bf-b25d-fcf28bdd4bae" providerId="ADAL" clId="{8EC8E854-950D-4AF8-958D-4A2E0C79549A}" dt="2025-12-03T18:17:50.322" v="16708" actId="20577"/>
        <pc:sldMkLst>
          <pc:docMk/>
          <pc:sldMk cId="1703149668" sldId="376"/>
        </pc:sldMkLst>
        <pc:spChg chg="mod">
          <ac:chgData name="Thompson, Richard (CDR)" userId="ea9d80a7-0b4f-47bf-b25d-fcf28bdd4bae" providerId="ADAL" clId="{8EC8E854-950D-4AF8-958D-4A2E0C79549A}" dt="2025-11-26T20:51:43.256" v="14870" actId="20577"/>
          <ac:spMkLst>
            <pc:docMk/>
            <pc:sldMk cId="1703149668" sldId="376"/>
            <ac:spMk id="2" creationId="{A7B14CE7-03BA-F2D9-6CA9-BC09DBA2D537}"/>
          </ac:spMkLst>
        </pc:spChg>
        <pc:spChg chg="mod">
          <ac:chgData name="Thompson, Richard (CDR)" userId="ea9d80a7-0b4f-47bf-b25d-fcf28bdd4bae" providerId="ADAL" clId="{8EC8E854-950D-4AF8-958D-4A2E0C79549A}" dt="2025-12-03T18:17:50.322" v="16708" actId="20577"/>
          <ac:spMkLst>
            <pc:docMk/>
            <pc:sldMk cId="1703149668" sldId="376"/>
            <ac:spMk id="3" creationId="{8A1236EC-80EF-14DB-B73A-DA211E447A40}"/>
          </ac:spMkLst>
        </pc:spChg>
        <pc:picChg chg="add mod">
          <ac:chgData name="Thompson, Richard (CDR)" userId="ea9d80a7-0b4f-47bf-b25d-fcf28bdd4bae" providerId="ADAL" clId="{8EC8E854-950D-4AF8-958D-4A2E0C79549A}" dt="2025-11-26T23:12:07.348" v="16660" actId="1076"/>
          <ac:picMkLst>
            <pc:docMk/>
            <pc:sldMk cId="1703149668" sldId="376"/>
            <ac:picMk id="1026" creationId="{1228A7B6-8ECF-4ACA-88FD-D884D01D392D}"/>
          </ac:picMkLst>
        </pc:picChg>
      </pc:sldChg>
      <pc:sldChg chg="addSp delSp modSp new mod">
        <pc:chgData name="Thompson, Richard (CDR)" userId="ea9d80a7-0b4f-47bf-b25d-fcf28bdd4bae" providerId="ADAL" clId="{8EC8E854-950D-4AF8-958D-4A2E0C79549A}" dt="2025-11-26T21:40:35.282" v="16357" actId="1076"/>
        <pc:sldMkLst>
          <pc:docMk/>
          <pc:sldMk cId="3362190825" sldId="377"/>
        </pc:sldMkLst>
        <pc:spChg chg="mod">
          <ac:chgData name="Thompson, Richard (CDR)" userId="ea9d80a7-0b4f-47bf-b25d-fcf28bdd4bae" providerId="ADAL" clId="{8EC8E854-950D-4AF8-958D-4A2E0C79549A}" dt="2025-11-26T20:53:14.917" v="14991" actId="20577"/>
          <ac:spMkLst>
            <pc:docMk/>
            <pc:sldMk cId="3362190825" sldId="377"/>
            <ac:spMk id="2" creationId="{BC170DF3-E9FC-BBD5-3A90-5B74316EFFFA}"/>
          </ac:spMkLst>
        </pc:spChg>
        <pc:spChg chg="mod">
          <ac:chgData name="Thompson, Richard (CDR)" userId="ea9d80a7-0b4f-47bf-b25d-fcf28bdd4bae" providerId="ADAL" clId="{8EC8E854-950D-4AF8-958D-4A2E0C79549A}" dt="2025-11-26T21:23:14.350" v="16139" actId="20577"/>
          <ac:spMkLst>
            <pc:docMk/>
            <pc:sldMk cId="3362190825" sldId="377"/>
            <ac:spMk id="3" creationId="{06AD4940-7E3B-2DF2-9C1D-7FCD92D98B88}"/>
          </ac:spMkLst>
        </pc:spChg>
        <pc:picChg chg="add mod">
          <ac:chgData name="Thompson, Richard (CDR)" userId="ea9d80a7-0b4f-47bf-b25d-fcf28bdd4bae" providerId="ADAL" clId="{8EC8E854-950D-4AF8-958D-4A2E0C79549A}" dt="2025-11-26T21:40:35.282" v="16357" actId="1076"/>
          <ac:picMkLst>
            <pc:docMk/>
            <pc:sldMk cId="3362190825" sldId="377"/>
            <ac:picMk id="3076" creationId="{1B8A3616-E193-B8D4-FA96-420A13D36357}"/>
          </ac:picMkLst>
        </pc:picChg>
      </pc:sldChg>
      <pc:sldChg chg="addSp delSp modSp new mod">
        <pc:chgData name="Thompson, Richard (CDR)" userId="ea9d80a7-0b4f-47bf-b25d-fcf28bdd4bae" providerId="ADAL" clId="{8EC8E854-950D-4AF8-958D-4A2E0C79549A}" dt="2025-12-04T16:12:36.713" v="16734" actId="20577"/>
        <pc:sldMkLst>
          <pc:docMk/>
          <pc:sldMk cId="1734519349" sldId="378"/>
        </pc:sldMkLst>
        <pc:spChg chg="mod">
          <ac:chgData name="Thompson, Richard (CDR)" userId="ea9d80a7-0b4f-47bf-b25d-fcf28bdd4bae" providerId="ADAL" clId="{8EC8E854-950D-4AF8-958D-4A2E0C79549A}" dt="2025-12-04T16:12:32.256" v="16724" actId="20577"/>
          <ac:spMkLst>
            <pc:docMk/>
            <pc:sldMk cId="1734519349" sldId="378"/>
            <ac:spMk id="2" creationId="{4BAF07B3-6226-16FD-16E2-D1F93B24FDE8}"/>
          </ac:spMkLst>
        </pc:spChg>
        <pc:spChg chg="add mod">
          <ac:chgData name="Thompson, Richard (CDR)" userId="ea9d80a7-0b4f-47bf-b25d-fcf28bdd4bae" providerId="ADAL" clId="{8EC8E854-950D-4AF8-958D-4A2E0C79549A}" dt="2025-12-04T16:12:36.713" v="16734" actId="20577"/>
          <ac:spMkLst>
            <pc:docMk/>
            <pc:sldMk cId="1734519349" sldId="378"/>
            <ac:spMk id="5" creationId="{20F4A304-8816-8E7C-7E56-C2E33BC4E251}"/>
          </ac:spMkLst>
        </pc:spChg>
        <pc:picChg chg="add mod">
          <ac:chgData name="Thompson, Richard (CDR)" userId="ea9d80a7-0b4f-47bf-b25d-fcf28bdd4bae" providerId="ADAL" clId="{8EC8E854-950D-4AF8-958D-4A2E0C79549A}" dt="2025-11-26T21:21:17.104" v="16061" actId="1076"/>
          <ac:picMkLst>
            <pc:docMk/>
            <pc:sldMk cId="1734519349" sldId="378"/>
            <ac:picMk id="3074" creationId="{032ADE3F-5331-FADA-A2A0-5E53B94EEE08}"/>
          </ac:picMkLst>
        </pc:picChg>
      </pc:sldChg>
      <pc:sldMasterChg chg="delSldLayout">
        <pc:chgData name="Thompson, Richard (CDR)" userId="ea9d80a7-0b4f-47bf-b25d-fcf28bdd4bae" providerId="ADAL" clId="{8EC8E854-950D-4AF8-958D-4A2E0C79549A}" dt="2025-11-26T21:23:01.665" v="16098" actId="47"/>
        <pc:sldMasterMkLst>
          <pc:docMk/>
          <pc:sldMasterMk cId="2328820540" sldId="2147483660"/>
        </pc:sldMasterMkLst>
      </pc:sldMasterChg>
    </pc:docChg>
  </pc:docChgLst>
  <pc:docChgLst>
    <pc:chgData name="Andersen, Tyler (LCDR)" userId="S::tyler.andersen@nps.edu::62f2c0b2-fca7-4412-98bc-2a71f1eb4a5f" providerId="AD" clId="Web-{1313B573-2D23-AF99-763D-996599AEBF3C}"/>
    <pc:docChg chg="modSld">
      <pc:chgData name="Andersen, Tyler (LCDR)" userId="S::tyler.andersen@nps.edu::62f2c0b2-fca7-4412-98bc-2a71f1eb4a5f" providerId="AD" clId="Web-{1313B573-2D23-AF99-763D-996599AEBF3C}" dt="2025-11-13T16:20:55.933" v="1" actId="1076"/>
      <pc:docMkLst>
        <pc:docMk/>
      </pc:docMkLst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AAF1C1-24B3-4FF0-AAC0-7C8713959043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5582C7-F5D5-4942-8C19-48C85F3E10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36360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5582C7-F5D5-4942-8C19-48C85F3E109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27045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5582C7-F5D5-4942-8C19-48C85F3E109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0524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Graphic source: https://www.cantorsparadise.com/the-collatz-conjecture-beauty-or-conundrum-of-mathematics-6589e45babf7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5582C7-F5D5-4942-8C19-48C85F3E109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2988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B5748868-3559-47B0-B55B-FAE1188853E2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D2D3F5-43CA-46EB-8B1D-760DFE2C82BC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23771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48868-3559-47B0-B55B-FAE1188853E2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D2D3F5-43CA-46EB-8B1D-760DFE2C82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4081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48868-3559-47B0-B55B-FAE1188853E2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D2D3F5-43CA-46EB-8B1D-760DFE2C82BC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52749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48868-3559-47B0-B55B-FAE1188853E2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D2D3F5-43CA-46EB-8B1D-760DFE2C82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4298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48868-3559-47B0-B55B-FAE1188853E2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D2D3F5-43CA-46EB-8B1D-760DFE2C82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08051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48868-3559-47B0-B55B-FAE1188853E2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D2D3F5-43CA-46EB-8B1D-760DFE2C82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28381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48868-3559-47B0-B55B-FAE1188853E2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D2D3F5-43CA-46EB-8B1D-760DFE2C82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45348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48868-3559-47B0-B55B-FAE1188853E2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D2D3F5-43CA-46EB-8B1D-760DFE2C82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8393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48868-3559-47B0-B55B-FAE1188853E2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D2D3F5-43CA-46EB-8B1D-760DFE2C82BC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74433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48868-3559-47B0-B55B-FAE1188853E2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D2D3F5-43CA-46EB-8B1D-760DFE2C82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2967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48868-3559-47B0-B55B-FAE1188853E2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D2D3F5-43CA-46EB-8B1D-760DFE2C82BC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67907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B5748868-3559-47B0-B55B-FAE1188853E2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71D2D3F5-43CA-46EB-8B1D-760DFE2C82BC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88205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hyperlink" Target="mailto:richard.thompson@nps.edu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61" name="Straight Connector 6160">
            <a:extLst>
              <a:ext uri="{FF2B5EF4-FFF2-40B4-BE49-F238E27FC236}">
                <a16:creationId xmlns:a16="http://schemas.microsoft.com/office/drawing/2014/main" id="{15F1CC53-719A-4763-BF30-5E25A63CEF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62" name="Rectangle 6161">
            <a:extLst>
              <a:ext uri="{FF2B5EF4-FFF2-40B4-BE49-F238E27FC236}">
                <a16:creationId xmlns:a16="http://schemas.microsoft.com/office/drawing/2014/main" id="{4038CB10-1F5C-4D54-9DF7-12586DE5B0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7546" y="4572000"/>
            <a:ext cx="7058307" cy="1964266"/>
          </a:xfrm>
          <a:prstGeom prst="rect">
            <a:avLst/>
          </a:prstGeom>
          <a:solidFill>
            <a:srgbClr val="3266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80A62A-81FF-EE34-686D-981BFF0D99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4256" y="4767072"/>
            <a:ext cx="6594189" cy="162521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pc="100">
                <a:solidFill>
                  <a:srgbClr val="FFFFFF"/>
                </a:solidFill>
              </a:rPr>
              <a:t>What’s your Pease Number?</a:t>
            </a:r>
          </a:p>
        </p:txBody>
      </p:sp>
      <p:pic>
        <p:nvPicPr>
          <p:cNvPr id="6146" name="Picture 2" descr="Collatz Conjecture and a simple program - Cheenta Academy">
            <a:extLst>
              <a:ext uri="{FF2B5EF4-FFF2-40B4-BE49-F238E27FC236}">
                <a16:creationId xmlns:a16="http://schemas.microsoft.com/office/drawing/2014/main" id="{177C6B9B-5DA2-AD54-5145-EB59DB719F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13" r="1" b="1"/>
          <a:stretch>
            <a:fillRect/>
          </a:stretch>
        </p:blipFill>
        <p:spPr bwMode="auto">
          <a:xfrm>
            <a:off x="327547" y="321733"/>
            <a:ext cx="7058306" cy="4107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163" name="Rectangle 6162">
            <a:extLst>
              <a:ext uri="{FF2B5EF4-FFF2-40B4-BE49-F238E27FC236}">
                <a16:creationId xmlns:a16="http://schemas.microsoft.com/office/drawing/2014/main" id="{73ED6512-6858-4552-B699-9A97FE9A4E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34655" y="321732"/>
            <a:ext cx="4335613" cy="621453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058473E-AC07-A53E-ADD8-9958F52E41BB}"/>
              </a:ext>
            </a:extLst>
          </p:cNvPr>
          <p:cNvSpPr txBox="1"/>
          <p:nvPr/>
        </p:nvSpPr>
        <p:spPr>
          <a:xfrm>
            <a:off x="8029319" y="917725"/>
            <a:ext cx="3424739" cy="4852362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</a:pPr>
            <a:r>
              <a:rPr lang="en-US">
                <a:solidFill>
                  <a:srgbClr val="FFFFFF"/>
                </a:solidFill>
              </a:rPr>
              <a:t>“</a:t>
            </a:r>
            <a:r>
              <a:rPr lang="en-US" i="1">
                <a:solidFill>
                  <a:srgbClr val="FFFFFF"/>
                </a:solidFill>
              </a:rPr>
              <a:t>The Pease number is the most important meaningless mathematical constant ever.”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</a:pPr>
            <a:r>
              <a:rPr lang="en-US">
                <a:solidFill>
                  <a:srgbClr val="FFFFFF"/>
                </a:solidFill>
              </a:rPr>
              <a:t>			</a:t>
            </a:r>
          </a:p>
          <a:p>
            <a:pPr defTabSz="914400">
              <a:lnSpc>
                <a:spcPct val="90000"/>
              </a:lnSpc>
              <a:buClr>
                <a:schemeClr val="accent1"/>
              </a:buClr>
            </a:pPr>
            <a:r>
              <a:rPr lang="en-US">
                <a:solidFill>
                  <a:srgbClr val="FFFFFF"/>
                </a:solidFill>
              </a:rPr>
              <a:t>	- Richard Thompson		  </a:t>
            </a:r>
            <a:r>
              <a:rPr lang="en-US" sz="1400" i="1">
                <a:solidFill>
                  <a:srgbClr val="FFFFFF"/>
                </a:solidFill>
              </a:rPr>
              <a:t>Expert in sementic nonsense</a:t>
            </a:r>
            <a:endParaRPr lang="en-US" sz="1400" i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47920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420CA-D376-0283-D4D3-A7607167C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Pease constant defined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A712BA-DB85-0872-2D90-D149B4E38C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286000"/>
            <a:ext cx="10282969" cy="4023360"/>
          </a:xfrm>
        </p:spPr>
        <p:txBody>
          <a:bodyPr>
            <a:normAutofit fontScale="92500" lnSpcReduction="10000"/>
          </a:bodyPr>
          <a:lstStyle/>
          <a:p>
            <a:r>
              <a:rPr lang="en-US" sz="2800" dirty="0"/>
              <a:t>Your Birthday (YB) = [MM DD YYYY]</a:t>
            </a:r>
          </a:p>
          <a:p>
            <a:endParaRPr lang="en-US" sz="2800" dirty="0"/>
          </a:p>
          <a:p>
            <a:r>
              <a:rPr lang="en-US" sz="2800" dirty="0" err="1"/>
              <a:t>Fibo</a:t>
            </a:r>
            <a:r>
              <a:rPr lang="en-US" sz="2800" dirty="0"/>
              <a:t> Birthday Constant (FBC) = [</a:t>
            </a:r>
            <a:r>
              <a:rPr lang="en-US" sz="2800" dirty="0" err="1"/>
              <a:t>Fibo</a:t>
            </a:r>
            <a:r>
              <a:rPr lang="en-US" sz="2800" dirty="0"/>
              <a:t>(YB[0]) </a:t>
            </a:r>
            <a:r>
              <a:rPr lang="en-US" sz="2800" dirty="0" err="1"/>
              <a:t>Fibo</a:t>
            </a:r>
            <a:r>
              <a:rPr lang="en-US" sz="2800" dirty="0"/>
              <a:t>(YB[1])]</a:t>
            </a:r>
          </a:p>
          <a:p>
            <a:endParaRPr lang="en-US" sz="2800" dirty="0"/>
          </a:p>
          <a:p>
            <a:r>
              <a:rPr lang="en-US" sz="2800" dirty="0"/>
              <a:t>Collatz </a:t>
            </a:r>
            <a:r>
              <a:rPr lang="en-US" sz="2800" dirty="0" err="1"/>
              <a:t>Fibo</a:t>
            </a:r>
            <a:r>
              <a:rPr lang="en-US" sz="2800" dirty="0"/>
              <a:t>-Birthday (CFB) </a:t>
            </a:r>
          </a:p>
          <a:p>
            <a:r>
              <a:rPr lang="en-US" sz="2800" dirty="0"/>
              <a:t>                         = [Collatz(FBC[0]) Collatz(FBC[1]) Collatz(YB[2])]</a:t>
            </a:r>
          </a:p>
          <a:p>
            <a:endParaRPr lang="en-US" sz="2800" dirty="0"/>
          </a:p>
          <a:p>
            <a:r>
              <a:rPr lang="en-US" sz="2800" dirty="0"/>
              <a:t>Pease constant = CFB[0] + CFB[1] + CFB[2]</a:t>
            </a:r>
          </a:p>
        </p:txBody>
      </p:sp>
    </p:spTree>
    <p:extLst>
      <p:ext uri="{BB962C8B-B14F-4D97-AF65-F5344CB8AC3E}">
        <p14:creationId xmlns:p14="http://schemas.microsoft.com/office/powerpoint/2010/main" val="20071930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319851-52C0-3796-27F4-D2E7BD6F09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– April 10, 1982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79E667-F42C-73BC-522F-960DAC114917}"/>
              </a:ext>
            </a:extLst>
          </p:cNvPr>
          <p:cNvSpPr txBox="1"/>
          <p:nvPr/>
        </p:nvSpPr>
        <p:spPr>
          <a:xfrm>
            <a:off x="1376515" y="2381553"/>
            <a:ext cx="718738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Example Birthday (April 10) = [4 10 1982]</a:t>
            </a:r>
          </a:p>
        </p:txBody>
      </p:sp>
    </p:spTree>
    <p:extLst>
      <p:ext uri="{BB962C8B-B14F-4D97-AF65-F5344CB8AC3E}">
        <p14:creationId xmlns:p14="http://schemas.microsoft.com/office/powerpoint/2010/main" val="34604660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7CE80-D011-7078-391B-F71DF44475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6066818" cy="1499616"/>
          </a:xfrm>
        </p:spPr>
        <p:txBody>
          <a:bodyPr>
            <a:normAutofit/>
          </a:bodyPr>
          <a:lstStyle/>
          <a:p>
            <a:r>
              <a:rPr lang="en-US" dirty="0"/>
              <a:t>Fibonacci Birthday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34C6A7-59B7-8DED-F84D-954A9466CE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286000"/>
            <a:ext cx="6066818" cy="2580640"/>
          </a:xfrm>
        </p:spPr>
        <p:txBody>
          <a:bodyPr>
            <a:normAutofit/>
          </a:bodyPr>
          <a:lstStyle/>
          <a:p>
            <a:r>
              <a:rPr lang="en-US" dirty="0"/>
              <a:t>n0 = 0</a:t>
            </a:r>
          </a:p>
          <a:p>
            <a:r>
              <a:rPr lang="en-US" dirty="0"/>
              <a:t>n1 = 1</a:t>
            </a:r>
          </a:p>
          <a:p>
            <a:r>
              <a:rPr lang="en-US" dirty="0"/>
              <a:t>n2 = n0 + n1</a:t>
            </a:r>
          </a:p>
          <a:p>
            <a:r>
              <a:rPr lang="en-US" dirty="0"/>
              <a:t>n3 = n1 + n2</a:t>
            </a:r>
          </a:p>
          <a:p>
            <a:r>
              <a:rPr lang="en-US" dirty="0"/>
              <a:t>etc.</a:t>
            </a:r>
          </a:p>
          <a:p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B6B85EB-E351-25C3-6EB5-FD8634ECDF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552267" y="788348"/>
            <a:ext cx="3999654" cy="24797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4BE6CA5-2714-31EA-3411-8EE5FDC25F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2296" y="3589866"/>
            <a:ext cx="7259625" cy="70781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A1A9741-B71F-7099-6482-B9E41C0E617C}"/>
              </a:ext>
            </a:extLst>
          </p:cNvPr>
          <p:cNvSpPr txBox="1"/>
          <p:nvPr/>
        </p:nvSpPr>
        <p:spPr>
          <a:xfrm>
            <a:off x="1752435" y="5165393"/>
            <a:ext cx="945633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Example Birthday (April 10) = [4 10 1982]</a:t>
            </a:r>
          </a:p>
          <a:p>
            <a:r>
              <a:rPr lang="en-US" sz="2800" dirty="0" err="1"/>
              <a:t>Fibo</a:t>
            </a:r>
            <a:r>
              <a:rPr lang="en-US" sz="2800" dirty="0"/>
              <a:t> Birthday Constant (FBC) = [</a:t>
            </a:r>
            <a:r>
              <a:rPr lang="en-US" sz="2800" dirty="0" err="1"/>
              <a:t>Fibo</a:t>
            </a:r>
            <a:r>
              <a:rPr lang="en-US" sz="2800" dirty="0"/>
              <a:t>(MM) </a:t>
            </a:r>
            <a:r>
              <a:rPr lang="en-US" sz="2800" dirty="0" err="1"/>
              <a:t>Fibo</a:t>
            </a:r>
            <a:r>
              <a:rPr lang="en-US" sz="2800" dirty="0"/>
              <a:t>(DD)] = [3 55] </a:t>
            </a:r>
          </a:p>
        </p:txBody>
      </p:sp>
    </p:spTree>
    <p:extLst>
      <p:ext uri="{BB962C8B-B14F-4D97-AF65-F5344CB8AC3E}">
        <p14:creationId xmlns:p14="http://schemas.microsoft.com/office/powerpoint/2010/main" val="12079931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3E66E7-B095-AAC5-20D6-98FF044385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Collatz Sequence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E172F0-59F0-6F2F-8953-51EDD8ACA9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286000"/>
            <a:ext cx="6291072" cy="3620730"/>
          </a:xfrm>
        </p:spPr>
        <p:txBody>
          <a:bodyPr/>
          <a:lstStyle/>
          <a:p>
            <a:r>
              <a:rPr lang="en-US" dirty="0"/>
              <a:t>- If the number is </a:t>
            </a:r>
            <a:r>
              <a:rPr lang="en-US" b="1" dirty="0"/>
              <a:t>even</a:t>
            </a:r>
            <a:r>
              <a:rPr lang="en-US" dirty="0"/>
              <a:t>, divide by two.</a:t>
            </a:r>
          </a:p>
          <a:p>
            <a:r>
              <a:rPr lang="en-US" dirty="0"/>
              <a:t>- If the number is </a:t>
            </a:r>
            <a:r>
              <a:rPr lang="en-US" b="1" dirty="0"/>
              <a:t>odd</a:t>
            </a:r>
            <a:r>
              <a:rPr lang="en-US" dirty="0"/>
              <a:t>, multiply by three and add one</a:t>
            </a:r>
          </a:p>
          <a:p>
            <a:r>
              <a:rPr lang="en-US" dirty="0"/>
              <a:t>- Repeat until you get to 1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5C28368-7015-F3DF-6C0B-B85AE8722D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0643" y="4036948"/>
            <a:ext cx="4545357" cy="961771"/>
          </a:xfrm>
          <a:prstGeom prst="rect">
            <a:avLst/>
          </a:prstGeom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932E0AA3-4B34-8BC7-D616-1929F498D5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8081" y="502058"/>
            <a:ext cx="4011358" cy="57707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AE3CE1D-A7D7-9501-6073-A0293A75C0DC}"/>
              </a:ext>
            </a:extLst>
          </p:cNvPr>
          <p:cNvSpPr txBox="1"/>
          <p:nvPr/>
        </p:nvSpPr>
        <p:spPr>
          <a:xfrm>
            <a:off x="7836310" y="6272784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Source: XKCD, Randall Monroe, March 5, 2010</a:t>
            </a:r>
            <a:br>
              <a:rPr lang="en-US" sz="1400" dirty="0"/>
            </a:b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8992331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9FD93-B467-770E-2D66-03B600C41D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Collatz </a:t>
            </a:r>
            <a:r>
              <a:rPr lang="en-US" dirty="0" err="1"/>
              <a:t>Fibo</a:t>
            </a:r>
            <a:r>
              <a:rPr lang="en-US" dirty="0"/>
              <a:t>-Birthday Number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3601643-E133-D546-2426-14D693DA75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1212" y="1000481"/>
            <a:ext cx="3085755" cy="485703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F8D2492-9587-BAA1-EB70-C62AFF6FADF2}"/>
              </a:ext>
            </a:extLst>
          </p:cNvPr>
          <p:cNvSpPr txBox="1"/>
          <p:nvPr/>
        </p:nvSpPr>
        <p:spPr>
          <a:xfrm>
            <a:off x="1024128" y="252875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For our lab, the Collatz number is: </a:t>
            </a:r>
          </a:p>
          <a:p>
            <a:r>
              <a:rPr lang="en-US" b="1" dirty="0"/>
              <a:t>the number of steps to get from your Fibonacci birthday to 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07E3B8E-FBC9-B07F-79CD-6B96869EB0B0}"/>
              </a:ext>
            </a:extLst>
          </p:cNvPr>
          <p:cNvSpPr txBox="1"/>
          <p:nvPr/>
        </p:nvSpPr>
        <p:spPr>
          <a:xfrm>
            <a:off x="1024128" y="3682918"/>
            <a:ext cx="740211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Example Birthday (April 10) = [4 10 1982]</a:t>
            </a:r>
          </a:p>
          <a:p>
            <a:endParaRPr lang="en-US" dirty="0"/>
          </a:p>
          <a:p>
            <a:r>
              <a:rPr lang="en-US" dirty="0" err="1"/>
              <a:t>Fibo</a:t>
            </a:r>
            <a:r>
              <a:rPr lang="en-US" dirty="0"/>
              <a:t> Birthday Constant (FBC) = [</a:t>
            </a:r>
            <a:r>
              <a:rPr lang="en-US" dirty="0" err="1"/>
              <a:t>Fibo</a:t>
            </a:r>
            <a:r>
              <a:rPr lang="en-US" dirty="0"/>
              <a:t>(MM) </a:t>
            </a:r>
            <a:r>
              <a:rPr lang="en-US" dirty="0" err="1"/>
              <a:t>Fibo</a:t>
            </a:r>
            <a:r>
              <a:rPr lang="en-US" dirty="0"/>
              <a:t>(DD)] = [3 55] </a:t>
            </a:r>
          </a:p>
          <a:p>
            <a:endParaRPr lang="en-US" dirty="0"/>
          </a:p>
          <a:p>
            <a:r>
              <a:rPr lang="en-US" dirty="0"/>
              <a:t>Collatz </a:t>
            </a:r>
            <a:r>
              <a:rPr lang="en-US" dirty="0" err="1"/>
              <a:t>Fibo</a:t>
            </a:r>
            <a:r>
              <a:rPr lang="en-US" dirty="0"/>
              <a:t>-Birthday (CFB) </a:t>
            </a:r>
          </a:p>
          <a:p>
            <a:r>
              <a:rPr lang="en-US" dirty="0"/>
              <a:t>                 = [Collatz(FBC[0]) Collatz(FBC[1]) Collatz(YB[2])] </a:t>
            </a:r>
          </a:p>
          <a:p>
            <a:r>
              <a:rPr lang="en-US" dirty="0"/>
              <a:t>                 = [Collatz(3) Collatz(55) Collatz(1982)]</a:t>
            </a:r>
          </a:p>
          <a:p>
            <a:r>
              <a:rPr lang="en-US" dirty="0"/>
              <a:t>                 = [7 112 99]</a:t>
            </a:r>
          </a:p>
        </p:txBody>
      </p:sp>
    </p:spTree>
    <p:extLst>
      <p:ext uri="{BB962C8B-B14F-4D97-AF65-F5344CB8AC3E}">
        <p14:creationId xmlns:p14="http://schemas.microsoft.com/office/powerpoint/2010/main" val="4804063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23C67-8668-96CB-28F9-3B0D87B178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Pease Number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07CC67E-34B6-D52E-3C96-EEE2EF412453}"/>
              </a:ext>
            </a:extLst>
          </p:cNvPr>
          <p:cNvSpPr txBox="1"/>
          <p:nvPr/>
        </p:nvSpPr>
        <p:spPr>
          <a:xfrm>
            <a:off x="1235964" y="2848499"/>
            <a:ext cx="9720072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Example Birthday (April 10) YB = [4 10 1982]</a:t>
            </a:r>
          </a:p>
          <a:p>
            <a:endParaRPr lang="en-US" sz="2400" dirty="0"/>
          </a:p>
          <a:p>
            <a:r>
              <a:rPr lang="en-US" sz="2400" dirty="0" err="1"/>
              <a:t>Fibo</a:t>
            </a:r>
            <a:r>
              <a:rPr lang="en-US" sz="2400" dirty="0"/>
              <a:t> Birthday Constant (FBC) = [</a:t>
            </a:r>
            <a:r>
              <a:rPr lang="en-US" sz="2400" dirty="0" err="1"/>
              <a:t>Fibo</a:t>
            </a:r>
            <a:r>
              <a:rPr lang="en-US" sz="2400" dirty="0"/>
              <a:t>(YB[0]) </a:t>
            </a:r>
            <a:r>
              <a:rPr lang="en-US" sz="2400" dirty="0" err="1"/>
              <a:t>Fibo</a:t>
            </a:r>
            <a:r>
              <a:rPr lang="en-US" sz="2400" dirty="0"/>
              <a:t>(YB[1])] = [3 55] </a:t>
            </a:r>
          </a:p>
          <a:p>
            <a:endParaRPr lang="en-US" sz="2400" dirty="0"/>
          </a:p>
          <a:p>
            <a:r>
              <a:rPr lang="en-US" sz="2400" dirty="0"/>
              <a:t>Collatz </a:t>
            </a:r>
            <a:r>
              <a:rPr lang="en-US" sz="2400" dirty="0" err="1"/>
              <a:t>Fibo</a:t>
            </a:r>
            <a:r>
              <a:rPr lang="en-US" sz="2400" dirty="0"/>
              <a:t>-Birthday (CFB) = [Collatz(FBC[0]) Collatz(FBC[1])] = [7 112 99]</a:t>
            </a:r>
          </a:p>
          <a:p>
            <a:endParaRPr lang="en-US" sz="2400" dirty="0"/>
          </a:p>
          <a:p>
            <a:r>
              <a:rPr lang="en-US" sz="2400" dirty="0"/>
              <a:t>Pease constant = CFB[0] + CFB[1] + CFB[2] </a:t>
            </a:r>
          </a:p>
          <a:p>
            <a:r>
              <a:rPr lang="en-US" sz="2400" dirty="0"/>
              <a:t>                      = 7 + 112 + 99</a:t>
            </a:r>
          </a:p>
          <a:p>
            <a:r>
              <a:rPr lang="en-US" sz="2400" dirty="0"/>
              <a:t>                      = </a:t>
            </a:r>
            <a:r>
              <a:rPr lang="en-US" sz="3200" b="1" dirty="0">
                <a:solidFill>
                  <a:srgbClr val="C00000"/>
                </a:solidFill>
              </a:rPr>
              <a:t>218</a:t>
            </a:r>
            <a:endParaRPr lang="en-US" sz="24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27198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B14CE7-03BA-F2D9-6CA9-BC09DBA2D5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1236EC-80EF-14DB-B73A-DA211E447A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1. User prompted to input a Month, Day, and a Year</a:t>
            </a:r>
          </a:p>
          <a:p>
            <a:r>
              <a:rPr lang="en-US" dirty="0"/>
              <a:t>2. </a:t>
            </a:r>
            <a:r>
              <a:rPr lang="en-US" b="1" dirty="0"/>
              <a:t>Pease number </a:t>
            </a:r>
            <a:r>
              <a:rPr lang="en-US" dirty="0"/>
              <a:t>is calculated and displayed to the screen</a:t>
            </a:r>
          </a:p>
          <a:p>
            <a:r>
              <a:rPr lang="en-US" dirty="0"/>
              <a:t>3. Go to step 1.</a:t>
            </a:r>
          </a:p>
        </p:txBody>
      </p:sp>
      <p:pic>
        <p:nvPicPr>
          <p:cNvPr id="1026" name="Picture 2" descr="Checking the Collatz conjecture (with Calcpad) – Calcpad">
            <a:extLst>
              <a:ext uri="{FF2B5EF4-FFF2-40B4-BE49-F238E27FC236}">
                <a16:creationId xmlns:a16="http://schemas.microsoft.com/office/drawing/2014/main" id="{1228A7B6-8ECF-4ACA-88FD-D884D01D39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1677" y="3652805"/>
            <a:ext cx="7850886" cy="28577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031496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7A054-2657-D00C-0F32-BC487558DE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09072E-08A5-564B-AB06-149789726A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084832"/>
            <a:ext cx="9720073" cy="4023360"/>
          </a:xfrm>
        </p:spPr>
        <p:txBody>
          <a:bodyPr>
            <a:normAutofit/>
          </a:bodyPr>
          <a:lstStyle/>
          <a:p>
            <a:r>
              <a:rPr lang="en-US" dirty="0"/>
              <a:t>Implement in Python in a pure functional style:</a:t>
            </a:r>
          </a:p>
          <a:p>
            <a:r>
              <a:rPr lang="en-US" dirty="0"/>
              <a:t>- Only use pure functions</a:t>
            </a:r>
          </a:p>
          <a:p>
            <a:r>
              <a:rPr lang="en-US" dirty="0"/>
              <a:t>- No loops</a:t>
            </a:r>
          </a:p>
          <a:p>
            <a:r>
              <a:rPr lang="en-US" dirty="0"/>
              <a:t>- No mutation or side-effects outside of main</a:t>
            </a:r>
          </a:p>
          <a:p>
            <a:pPr lvl="1"/>
            <a:r>
              <a:rPr lang="en-US" dirty="0"/>
              <a:t>Only exception is reading/writing to lookup table.</a:t>
            </a:r>
          </a:p>
          <a:p>
            <a:r>
              <a:rPr lang="en-US" dirty="0"/>
              <a:t>- All calculations must be </a:t>
            </a:r>
            <a:r>
              <a:rPr lang="en-US" dirty="0" err="1"/>
              <a:t>memoized</a:t>
            </a:r>
            <a:endParaRPr lang="en-US" dirty="0"/>
          </a:p>
          <a:p>
            <a:pPr lvl="1"/>
            <a:r>
              <a:rPr lang="en-US" dirty="0"/>
              <a:t> Only calculate any one value once, ever.</a:t>
            </a:r>
          </a:p>
          <a:p>
            <a:pPr lvl="1"/>
            <a:r>
              <a:rPr lang="en-US" dirty="0"/>
              <a:t> Find previous calculations in lookup table.</a:t>
            </a:r>
          </a:p>
          <a:p>
            <a:r>
              <a:rPr lang="en-US" b="1" i="1" dirty="0"/>
              <a:t>- No AI to generate code.</a:t>
            </a:r>
            <a:endParaRPr lang="en-US" dirty="0"/>
          </a:p>
        </p:txBody>
      </p:sp>
      <p:pic>
        <p:nvPicPr>
          <p:cNvPr id="8194" name="Picture 2" descr="The Collatz Conjecture: Beauty or Conundrum of Mathematics? | by Arghyadeep  Das | Cantor's Paradise">
            <a:extLst>
              <a:ext uri="{FF2B5EF4-FFF2-40B4-BE49-F238E27FC236}">
                <a16:creationId xmlns:a16="http://schemas.microsoft.com/office/drawing/2014/main" id="{AF42FB24-1417-BD2D-456A-A195492DFD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4509" y="1950473"/>
            <a:ext cx="5139403" cy="41577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572263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F07B3-6226-16FD-16E2-D1F93B24FD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Extra credit opportunities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F4A304-8816-8E7C-7E56-C2E33BC4E251}"/>
              </a:ext>
            </a:extLst>
          </p:cNvPr>
          <p:cNvSpPr txBox="1"/>
          <p:nvPr/>
        </p:nvSpPr>
        <p:spPr>
          <a:xfrm>
            <a:off x="657053" y="1968077"/>
            <a:ext cx="6805631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b="1" dirty="0"/>
              <a:t>Extra Credit (16.67%) </a:t>
            </a:r>
            <a:r>
              <a:rPr lang="en-US" sz="2000" dirty="0"/>
              <a:t>for using Monadic chaining operations (I can help if needed).</a:t>
            </a:r>
          </a:p>
          <a:p>
            <a:pPr marL="285750" indent="-285750">
              <a:buFontTx/>
              <a:buChar char="-"/>
            </a:pPr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b="1" dirty="0"/>
              <a:t>Extra Credit (16.67%) </a:t>
            </a:r>
            <a:r>
              <a:rPr lang="en-US" sz="2000" dirty="0"/>
              <a:t>for error detection Boolean function that:</a:t>
            </a:r>
          </a:p>
          <a:p>
            <a:pPr marL="914400" lvl="1" indent="-457200">
              <a:buFontTx/>
              <a:buChar char="-"/>
            </a:pPr>
            <a:r>
              <a:rPr lang="en-US" sz="2000" dirty="0"/>
              <a:t>Returns </a:t>
            </a:r>
            <a:r>
              <a:rPr lang="en-US" sz="2000" b="1" dirty="0">
                <a:solidFill>
                  <a:srgbClr val="00B050"/>
                </a:solidFill>
              </a:rPr>
              <a:t>true</a:t>
            </a:r>
            <a:r>
              <a:rPr lang="en-US" sz="2000" b="1" dirty="0"/>
              <a:t> </a:t>
            </a:r>
            <a:r>
              <a:rPr lang="en-US" sz="2000" dirty="0"/>
              <a:t>if a given number converges to 1 in the Collatz sequence</a:t>
            </a:r>
          </a:p>
          <a:p>
            <a:pPr marL="914400" lvl="1" indent="-457200">
              <a:buFontTx/>
              <a:buChar char="-"/>
            </a:pPr>
            <a:r>
              <a:rPr lang="en-US" sz="2000" dirty="0"/>
              <a:t>Returns  </a:t>
            </a:r>
            <a:r>
              <a:rPr lang="en-US" sz="2000" b="1" dirty="0">
                <a:solidFill>
                  <a:srgbClr val="FF0000"/>
                </a:solidFill>
              </a:rPr>
              <a:t>false</a:t>
            </a:r>
            <a:r>
              <a:rPr lang="en-US" sz="2000" dirty="0"/>
              <a:t> if it does not converge (i.e., gets caught in a loop, or grows forever).</a:t>
            </a:r>
          </a:p>
          <a:p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b="1" dirty="0"/>
              <a:t>Extra Credit (16.67%) </a:t>
            </a:r>
            <a:r>
              <a:rPr lang="en-US" sz="2000" dirty="0"/>
              <a:t>Mimic the closure pattern in Python and maintain the lookup table within the closure.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/>
              <a:t>All three, +50% on the final exam.</a:t>
            </a:r>
          </a:p>
        </p:txBody>
      </p:sp>
      <p:pic>
        <p:nvPicPr>
          <p:cNvPr id="3074" name="Picture 2" descr="Collatz Conjecture Calculator">
            <a:extLst>
              <a:ext uri="{FF2B5EF4-FFF2-40B4-BE49-F238E27FC236}">
                <a16:creationId xmlns:a16="http://schemas.microsoft.com/office/drawing/2014/main" id="{032ADE3F-5331-FADA-A2A0-5E53B94EEE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1535" y="2765346"/>
            <a:ext cx="3911354" cy="2115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345193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170DF3-E9FC-BBD5-3A90-5B74316EFF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Deliverables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AD4940-7E3B-2DF2-9C1D-7FCD92D98B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* Upload your final code to </a:t>
            </a:r>
            <a:r>
              <a:rPr lang="en-US" dirty="0" err="1"/>
              <a:t>Github</a:t>
            </a:r>
            <a:r>
              <a:rPr lang="en-US" dirty="0"/>
              <a:t>.</a:t>
            </a:r>
          </a:p>
          <a:p>
            <a:r>
              <a:rPr lang="en-US" dirty="0"/>
              <a:t>* Send me an email (</a:t>
            </a:r>
            <a:r>
              <a:rPr lang="en-US" dirty="0">
                <a:hlinkClick r:id="rId2"/>
              </a:rPr>
              <a:t>richard.thompson@nps.edu</a:t>
            </a:r>
            <a:r>
              <a:rPr lang="en-US" dirty="0"/>
              <a:t>) with a link to your repository.</a:t>
            </a:r>
          </a:p>
        </p:txBody>
      </p:sp>
      <p:pic>
        <p:nvPicPr>
          <p:cNvPr id="3076" name="Picture 4" descr="3 Collatz Royalty-Free Images, Stock Photos &amp; Pictures | Shutterstock">
            <a:extLst>
              <a:ext uri="{FF2B5EF4-FFF2-40B4-BE49-F238E27FC236}">
                <a16:creationId xmlns:a16="http://schemas.microsoft.com/office/drawing/2014/main" id="{1B8A3616-E193-B8D4-FA96-420A13D363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0729" y="3361255"/>
            <a:ext cx="3070541" cy="31492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6219082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2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025213F-3289-426B-B454-BA3D27EF4CF8}">
  <we:reference id="4b785c87-866c-4bad-85d8-5d1ae467ac9a" version="3.20.0.0" store="EXCatalog" storeType="EXCatalog"/>
  <we:alternateReferences>
    <we:reference id="WA104381909" version="3.20.0.0" store="en-US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4899E978EDF93408B1F02CFF5CC7683" ma:contentTypeVersion="3" ma:contentTypeDescription="Create a new document." ma:contentTypeScope="" ma:versionID="033d2964e77ef7de43ea11262c317adf">
  <xsd:schema xmlns:xsd="http://www.w3.org/2001/XMLSchema" xmlns:xs="http://www.w3.org/2001/XMLSchema" xmlns:p="http://schemas.microsoft.com/office/2006/metadata/properties" xmlns:ns2="177da464-c360-4e1f-8bc1-74dc22d0f67c" targetNamespace="http://schemas.microsoft.com/office/2006/metadata/properties" ma:root="true" ma:fieldsID="3e48699c5d21425390f722ca089466b4" ns2:_="">
    <xsd:import namespace="177da464-c360-4e1f-8bc1-74dc22d0f67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77da464-c360-4e1f-8bc1-74dc22d0f67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3516CBC-83EE-4CA4-BE57-19914B8D1032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419C77C5-1843-4DA1-BC4B-5EB0F030DFF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52D9EB2-CAEE-4A05-834D-7CDB4324598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77da464-c360-4e1f-8bc1-74dc22d0f67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4392</TotalTime>
  <Words>665</Words>
  <Application>Microsoft Office PowerPoint</Application>
  <PresentationFormat>Widescreen</PresentationFormat>
  <Paragraphs>81</Paragraphs>
  <Slides>11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</vt:lpstr>
      <vt:lpstr>Tw Cen MT</vt:lpstr>
      <vt:lpstr>Tw Cen MT Condensed</vt:lpstr>
      <vt:lpstr>Wingdings</vt:lpstr>
      <vt:lpstr>Wingdings 3</vt:lpstr>
      <vt:lpstr>Integral</vt:lpstr>
      <vt:lpstr>What’s your Pease Number?</vt:lpstr>
      <vt:lpstr>Pease constant defined</vt:lpstr>
      <vt:lpstr>Example – April 10, 1982</vt:lpstr>
      <vt:lpstr>Fibonacci Birthday </vt:lpstr>
      <vt:lpstr>Collatz Sequence</vt:lpstr>
      <vt:lpstr>Collatz Fibo-Birthday Number</vt:lpstr>
      <vt:lpstr>Pease Number</vt:lpstr>
      <vt:lpstr>Objective</vt:lpstr>
      <vt:lpstr>Rules</vt:lpstr>
      <vt:lpstr>Extra credit opportunities</vt:lpstr>
      <vt:lpstr>Deliverables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Thompson, Richard (CDR)</dc:creator>
  <cp:lastModifiedBy>Thompson, Richard (CDR)</cp:lastModifiedBy>
  <cp:revision>1</cp:revision>
  <dcterms:created xsi:type="dcterms:W3CDTF">2025-09-10T21:22:54Z</dcterms:created>
  <dcterms:modified xsi:type="dcterms:W3CDTF">2025-12-04T16:12:43Z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cbbd4a6-dc2f-44d9-ad2c-c28d4679873f_Enabled">
    <vt:lpwstr>true</vt:lpwstr>
  </property>
  <property fmtid="{D5CDD505-2E9C-101B-9397-08002B2CF9AE}" pid="3" name="MSIP_Label_acbbd4a6-dc2f-44d9-ad2c-c28d4679873f_SetDate">
    <vt:lpwstr>2025-09-10T21:23:03Z</vt:lpwstr>
  </property>
  <property fmtid="{D5CDD505-2E9C-101B-9397-08002B2CF9AE}" pid="4" name="MSIP_Label_acbbd4a6-dc2f-44d9-ad2c-c28d4679873f_Method">
    <vt:lpwstr>Standard</vt:lpwstr>
  </property>
  <property fmtid="{D5CDD505-2E9C-101B-9397-08002B2CF9AE}" pid="5" name="MSIP_Label_acbbd4a6-dc2f-44d9-ad2c-c28d4679873f_Name">
    <vt:lpwstr>No Label</vt:lpwstr>
  </property>
  <property fmtid="{D5CDD505-2E9C-101B-9397-08002B2CF9AE}" pid="6" name="MSIP_Label_acbbd4a6-dc2f-44d9-ad2c-c28d4679873f_SiteId">
    <vt:lpwstr>6d936231-a517-40ea-9199-f7578963378e</vt:lpwstr>
  </property>
  <property fmtid="{D5CDD505-2E9C-101B-9397-08002B2CF9AE}" pid="7" name="MSIP_Label_acbbd4a6-dc2f-44d9-ad2c-c28d4679873f_ActionId">
    <vt:lpwstr>1655545c-d5d2-40da-a934-f2e3fef6de36</vt:lpwstr>
  </property>
  <property fmtid="{D5CDD505-2E9C-101B-9397-08002B2CF9AE}" pid="8" name="MSIP_Label_acbbd4a6-dc2f-44d9-ad2c-c28d4679873f_ContentBits">
    <vt:lpwstr>0</vt:lpwstr>
  </property>
  <property fmtid="{D5CDD505-2E9C-101B-9397-08002B2CF9AE}" pid="9" name="MSIP_Label_acbbd4a6-dc2f-44d9-ad2c-c28d4679873f_Tag">
    <vt:lpwstr>10, 3, 0, 1</vt:lpwstr>
  </property>
  <property fmtid="{D5CDD505-2E9C-101B-9397-08002B2CF9AE}" pid="10" name="ContentTypeId">
    <vt:lpwstr>0x010100D4899E978EDF93408B1F02CFF5CC7683</vt:lpwstr>
  </property>
  <property fmtid="{D5CDD505-2E9C-101B-9397-08002B2CF9AE}" pid="11" name="ComplianceAssetId">
    <vt:lpwstr/>
  </property>
  <property fmtid="{D5CDD505-2E9C-101B-9397-08002B2CF9AE}" pid="12" name="_ExtendedDescription">
    <vt:lpwstr/>
  </property>
  <property fmtid="{D5CDD505-2E9C-101B-9397-08002B2CF9AE}" pid="13" name="TriggerFlowInfo">
    <vt:lpwstr/>
  </property>
</Properties>
</file>